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24" r:id="rId3"/>
    <p:sldId id="363" r:id="rId4"/>
    <p:sldId id="325" r:id="rId5"/>
    <p:sldId id="333" r:id="rId6"/>
    <p:sldId id="337" r:id="rId7"/>
    <p:sldId id="368" r:id="rId8"/>
    <p:sldId id="360" r:id="rId9"/>
    <p:sldId id="361" r:id="rId10"/>
    <p:sldId id="345" r:id="rId11"/>
    <p:sldId id="362" r:id="rId12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231D19"/>
    <a:srgbClr val="C09B6E"/>
    <a:srgbClr val="8A6C50"/>
    <a:srgbClr val="D28767"/>
    <a:srgbClr val="000000"/>
    <a:srgbClr val="01B89A"/>
    <a:srgbClr val="007459"/>
    <a:srgbClr val="C7D3CD"/>
    <a:srgbClr val="7D7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9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2772" y="1302"/>
      </p:cViewPr>
      <p:guideLst>
        <p:guide pos="3840"/>
        <p:guide orient="horz" pos="21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8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</a:fld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</a:fld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39:13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22.000 4283.000 68,'-13.000'-3.000'27,"-2.000"3.000"-22,15.000 0.000 17,-5.000 0.000-2,5.000 0.000 0,-4.000 0.000-7,-2.000 0.000-4,6.000 0.000 3,-3.000 0.000 2,3.000 0.000-2,0.000 0.000 7,0.000 0.000-3,0.000 0.000 2,0.000 0.000 0,0.000 0.000 1,0.000 0.000 6,0.000 0.000-5,0.000 0.000-3,0.000 0.000 1,0.000 0.000-1,0.000 0.000 11,0.000 0.000-7,0.000 0.000-3,0.000 0.000 13,0.000 0.000-19,0.000 0.000 12,0.000 0.000 1,0.000 0.000-9,9.000 0.000 7,-5.000 0.000-8,5.000 0.000-2,15.000 0.000 8,-4.000 0.000-8,9.000 0.000 16,9.000 0.000-4,-14.000 0.000-12,-11.000 0.000 6,12.000 0.000-10,-16.000 0.000 7,14.000 0.000 7,2.000 0.000-23,-1.000 0.000 11,-6.000 0.000 5,11.000 0.000-12,-8.000 0.000 5,-9.000 0.000-1,17.000 0.000-1,-1.000 0.000 17,6.000 0.000-22,0.000-5.000 6,-6.000-3.000 4,6.000-1.000-8,10.000-4.000 10,-3.000 2.000-9,-2.000-1.000 1,5.000 2.000 12,2.000-5.000-12,32.000-5.000-4,25.000-15.000 14,84.000-26.000-10,101.000-33.000 9,108.000-26.000 12,128.000-30.000-27,106.000-23.000 0,163.000-20.000 0,143.000-25.000 0,172.000-29.000 0,180.000-25.000 0,159.000-11.000 0,147.000-27.000 0,190.000-25.000 0,179.000-17.000 0,172.000-23.000-90,165.000 18.000-150,96.000 30.000-126,25.000 52.000 142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2519.000 1091.000 112,'-5.000'0.000'6,"-6.000"0.000"1,11.000 0.000 15,0.000 0.000 2,0.000 0.000-13,0.000 0.000-5,0.000 0.000-1,0.000 0.000 5,0.000-9.000-1,0.000 1.000 0,0.000 2.000 1,0.000 0.000-3,0.000 0.000 4,0.000-2.000-3,4.000-1.000-3,3.000-3.000 1,-4.000 1.000-1,5.000-3.000-5,6.000-9.000 3,-8.000 5.000-3,16.000-5.000 5,-8.000 4.000-5,2.000-5.000 2,2.000-1.000 3,-3.000-7.000-3,18.000-1.000 3,-8.000 2.000 1,-3.000 3.000-5,-2.000 5.000 4,2.000 2.000-3,-6.000 4.000 0,4.000-3.000 4,-2.000-3.000-5,5.000-4.000 4,-4.000 5.000 0,6.000-1.000-3,-3.000 6.000 2,9.000-4.000-3,-4.000-1.000 0,-1.000-3.000 7,6.000 0.000-3,-4.000 0.000-4,6.000 8.000 4,-7.000 0.000-3,6.000-3.000 5,-8.000-4.000-3,8.000-1.000-2,0.000-2.000 7,6.000-2.000-6,2.000 4.000 3,4.000-2.000 2,1.000 2.000-8,-5.000 5.000 5,1.000-3.000-3,3.000 6.000 1,-1.000 1.000 4,0.000-3.000-5,-3.000 5.000 2,-5.000-3.000 1,-8.000 2.000-4,8.000 9.000 5,-11.000-4.000 0,4.000 0.000-5,0.000 1.000 4,-7.000 4.000 2,0.000 3.000-6,0.000-1.000 0,-6.000 0.000-1,7.000 0.000 4,-1.000 1.000 2,7.000 2.000-5,-3.000-4.000 8,-4.000 4.000-5,1.000 0.000-2,-1.000 0.000 5,-4.000 0.000-4,2.000 0.000 4,0.000 0.000-7,2.000 0.000 5,3.000 0.000 4,8.000 0.000-6,-6.000 4.000-3,4.000 1.000 6,-4.000 6.000-5,-1.000-2.000 4,3.000 3.000-3,-4.000-2.000 1,-3.000-4.000 5,4.000 3.000-7,0.000 3.000 7,-14.000-7.000 0,7.000 5.000-6,1.000-2.000 3,-7.000-2.000-2,-2.000 2.000 1,7.000 3.000 2,-8.000-5.000-4,-2.000 2.000 3,6.000 4.000-4,-8.000-5.000 5,0.000 4.000-3,6.000 1.000 0,-5.000-1.000-3,4.000 3.000 6,-5.000 0.000-6,-1.000-2.000 1,6.000-1.000-1,-5.000 1.000 4,-4.000-1.000-1,1.000 1.000-3,4.000-1.000 0,0.000 3.000 0,-4.000 1.000 0,0.000 3.000 0,4.000 1.000 4,-4.000-1.000-1,0.000-4.000-3,-3.000 4.000 0,0.000-4.000 0,0.000-2.000 0,0.000 4.000 0,0.000 5.000 2,0.000-1.000-2,0.000 4.000 2,0.000 1.000 1,0.000-2.000-3,0.000 3.000 0,0.000-3.000 2,0.000-4.000 1,-3.000 2.000-2,0.000-1.000-2,3.000-6.000 2,-10.000 0.000 0,10.000 4.000-1,-6.000-2.000 0,-5.000-1.000 2,8.000-2.000-2,3.000-8.000 2,0.000 1.000-4,-2.000-4.000 4,2.000-2.000 1,0.000 0.000-3,0.000 3.000 0,0.000-3.000 2,-4.000 0.000-2,4.000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0,9.000 0.000 2,18.000 0.000 5,-5.000 0.000 6,3.000 0.000-13,1.000 0.000 2,12.000 0.000 5,20.000-3.000-5,9.000-12.000 19,7.000 1.000-12,-4.000-1.000-1,4.000 3.000 1,6.000-3.000-9,-11.000 3.000 6,-5.000 3.000 0,-3.000 3.000-2,-7.000 0.000-4,-4.000-2.000 0,6.000 0.000 2,-9.000-1.000 5,5.000 3.000-2,-8.000 4.000 0,-6.000-2.000-3,-6.000 4.000 0,3.000-2.000 0,-2.000 2.000 2,-8.000 0.000-4,0.000 0.000 9,10.000 0.000-7,-9.000 0.000 2,12.000 0.000-1,-9.000 0.000-3,6.000 0.000 3,1.000 0.000 1,-5.000 6.000-4,7.000 0.000 7,-2.000 2.000-7,-11.000 0.000 0,8.000 1.000 2,-5.000 5.000-2,-6.000-5.000 0,8.000 3.000-2,-5.000 3.000 4,-3.000-3.000 0,-2.000 3.000 0,2.000-1.000-2,0.000 4.000 0,0.000 0.000 0,-6.000-4.000 0,0.000 3.000-2,4.000 0.000 2,-9.000 3.000 8,9.000-2.000-8,-1.000 3.000 0,-6.000-7.000 0,-3.000 2.000 2,6.000 5.000-4,-10.000-4.000 2,6.000 6.000 0,-8.000-3.000 7,6.000-2.000-6,-4.000-2.000-1,-2.000 2.000 0,-4.000 1.000 0,2.000 2.000 0,-2.000-1.000 0,0.000 0.000 0,0.000 6.000 8,0.000 1.000-8,0.000-2.000 0,0.000 3.000 0,0.000-4.000 2,0.000-6.000-2,-2.000 4.000 0,-5.000 1.000 0,-4.000-2.000 8,5.000 1.000-8,1.000-3.000 0,-6.000-4.000 0,9.000 0.000 1,-4.000-7.000-2,-2.000-2.000 1,6.000 0.000 0,2.000 0.000 1,-4.000-4.000-1,4.000 2.000 0,0.000-2.000 2,0.000-2.000 0,0.000 0.000-2,0.000 0.000 0,0.000 0.000 0,0.000 0.000 0,0.000 0.000 2,0.000 0.000-2,0.000 0.000 0,0.000 0.000-2,0.000 0.000 0,0.000 0.000 0,0.000 0.000 1,0.000 0.000-3,0.000 0.000-6,4.000 6.000 10,14.000-3.000 0,2.000 3.000 4,2.000 0.000-4,14.000-6.000 0,0.000 2.000 2,-3.000-2.000 6,22.000 0.000-8,-10.000 4.000 0,7.000 1.000 3,-5.000 7.000-1,-3.000 2.000-2,-2.000 1.000 2,0.000 1.000-2,-8.000-1.000 8,-5.000-3.000-8,0.000 3.000 0,0.000-1.000-1,-5.000 8.000 1,6.000-2.000-3,-4.000 7.000 3,-4.000 1.000 0,0.000 1.000 4,0.000 3.000-4,-8.000 2.000 0,4.000 0.000 0,-8.000 3.000 6,6.000 4.000-8,3.000-4.000 2,-6.000 5.000 0,-4.000-5.000 4,5.000 3.000 0,-8.000-1.000-4,0.000-6.000 6,1.000 10.000-6,-4.000-9.000 0,-3.000 3.000 2,0.000 3.000-2,0.000-2.000 10,0.000-6.000-10,0.000 2.000 0,0.000 4.000 4,0.000-7.000-3,-14.000 3.000 3,3.000-2.000-4,-5.000 4.000 0,-10.000 1.000 10,-3.000-2.000-10,0.000 8.000 0,-3.000 2.000 4,-6.000-5.000-2,3.000 9.000-2,-5.000-3.000 0,-10.000-5.000 0,8.000-1.000 2,-2.000-3.000-2,0.000 0.000 0,-8.000 4.000-2,5.000-1.000 4,-15.000-1.000-4,15.000 0.000 2,3.000-6.000-2,-2.000-3.000 0,21.000-7.000-2,2.000-6.000 4,7.000-6.000-2,10.000-2.000 2,-7.000 6.000-2,10.000-9.000 0,3.000-1.000 2,0.000 1.000-2,0.000-6.000 0,0.000 0.000 2,0.000 0.000-2,0.000 0.000-1,0.000 0.000 1,0.000 0.000-4,0.000 0.000 4,0.000 0.000-2,0.000 5.000 4,0.000 5.000 0,20.000-6.000 0,-4.000 6.000 4,2.000-2.000-8,5.000 3.000 6,2.000-2.000-2,14.000 3.000 8,-15.000 0.000-8,10.000-3.000 0,-10.000 4.000 2,2.000 4.000 2,0.000-3.000-4,-11.000 4.000 0,2.000 0.000 0,-1.000 1.000 0,-7.000 2.000 0,7.000 7.000 0,-3.000 1.000 5,-6.000 6.000-3,6.000 2.000 0,-4.000 4.000-2,-7.000 1.000 0,6.000 0.000 6,-8.000 5.000-6,0.000-1.000 0,0.000 4.000 2,-10.000 1.000-2,-10.000 1.000 0,9.000 0.000 0,-9.000-6.000 2,1.000 6.000-2,-4.000-10.000 0,1.000 4.000 0,-4.000 1.000 0,0.000-7.000 6,-2.000 10.000-8,-7.000-11.000 2,-4.000 5.000 0,4.000-8.000 6,10.000-5.000-6,0.000 2.000-2,-11.000 1.000 2,-6.000 3.000 0,1.000-2.000 4,2.000-3.000-4,-5.000 2.000 0,3.000 4.000 2,-10.000-1.000-2,2.000 1.000 0,5.000-1.000 6,-3.000-3.000-4,-9.000-2.000-2,9.000 2.000 0,-10.000-2.000 2,-1.000-3.000 12,-5.000 4.000-14,-8.000-6.000 0,-5.000 5.000 7,-18.000 3.000-7,5.000-3.000 0,-10.000 2.000 0,-4.000-2.000 0,2.000-1.000 2,9.000 1.000-2,-5.000-6.000 0,1.000-1.000 4,-9.000 2.000 0,-6.000-2.000-2,-4.000-2.000-2,-7.000 4.000 0,11.000-5.000 2,6.000-5.000-2,2.000-2.000-2,-9.000-4.000-2,12.000-4.000 6,5.000-7.000-4,-6.000 0.000 2,7.000 0.000 0,12.000 0.000 2,-2.000 0.000-2,1.000-4.000 0,3.000-7.000-2,11.000-4.000 2,-8.000-2.000 0,0.000-7.000 0,4.000-7.000 0,2.000 3.000 0,4.000-7.000 0,1.000 1.000 0,-6.000-1.000 0,12.000 4.000 0,7.000 2.000 0,-3.000 3.000 2,2.000 0.000 0,10.000 3.000 0,2.000-3.000-2,-5.000 0.000 0,5.000 0.000-4,-3.000-5.000 8,-6.000-1.000-4,4.000 4.000 0,-9.000-8.000 2,16.000 5.000 0,-2.000-1.000 0,0.000 4.000-2,1.000 0.000 0,5.000 1.000-2,8.000 1.000 0,3.000 4.000 0,3.000-7.000 2,-5.000 2.000 0,5.000-2.000-2,2.000 1.000-4,11.000-1.000 6,-4.000 4.000-4,10.000-2.000 4,3.000 2.000-2,0.000 2.000 2,0.000 3.000-3,0.000 3.000 1,0.000-1.000 0,0.000-2.000 0,0.000 3.000 4,0.000-9.000-4,14.000 10.000 2,-5.000-9.000 0,-7.000 11.000-2,12.000-1.000 2,-11.000 7.000 0,-3.000 8.000-2,3.000 0.000 4,-3.000 0.000 0,0.000 0.000-2,0.000 0.000 0,0.000 0.000 4,0.000 0.000 1,0.000 0.000-5,0.000 0.000 0,0.000 0.000 0,0.000 0.000 0,0.000 0.000 0,0.000 0.000 0,0.000 0.000 0,0.000 0.000 0,0.000 0.000 0,0.000 0.000 0,11.000 0.000 0,-11.000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2,-14.000 0.000-2,-3.000 0.000 0,2.000 3.000 4,-14.000-1.000-8,7.000 1.000 2,-13.000 1.000 2,9.000 2.000-2,-12.000-1.000 4,-4.000 1.000-4,-9.000 2.000 0,-9.000 1.000 0,-3.000 3.000 2,-15.000-4.000-5,-4.000 4.000 3,-12.000-1.000 2,11.000 1.000-6,-5.000-9.000 6,5.000 3.000-4,-1.000-4.000 4,8.000-2.000 0,-2.000 0.000-6,11.000 0.000 6,1.000-8.000 0,3.000-7.000-2,5.000-6.000 0,0.000 5.000-4,0.000-7.000 6,8.000-1.000-2,-2.000 2.000 0,10.000-7.000 0,11.000 2.000 0,-1.000-4.000-2,6.000 0.000 4,4.000 0.000-6,-3.000-6.000 6,-4.000-5.000-2,9.000 1.000 2,1.000-7.000-6,4.000 9.000 6,-4.000-2.000-2,3.000-5.000 0,5.000 11.000-3,6.000-3.000 5,1.000 2.000-2,4.000-8.000-4,-2.000 1.000 4,2.000-5.000 2,0.000-4.000-2,0.000-1.000 0,0.000-4.000 0,0.000 3.000 2,0.000-1.000-2,0.000 9.000 2,8.000-8.000-4,8.000 5.000 4,4.000 2.000-2,2.000-1.000 2,0.000 5.000 0,-3.000 0.000 0,3.000-1.000-4,0.000 5.000 4,2.000-3.000-4,5.000 3.000 4,-4.000 1.000 0,0.000 10.000-4,-6.000 1.000 7,4.000 4.000-3,-10.000 6.000 0,-4.000 3.000-3,2.000 6.000 3,-9.000 4.000 0,-2.000 4.000 0,0.000-2.000-2,0.000 2.000 2,0.000 0.000 0,0.000 0.000 2,0.000 0.000 1,0.000 0.000-3,0.000 0.000 1,0.000 0.000 1,0.000 0.000 4,0.000 0.000-6,0.000 0.000 2,0.000 0.000 6,0.000 0.000-8,0.000 0.000 0,-6.000 0.000 0,-1.000-5.000 4,-6.000-5.000-4,1.000-5.000 0,-8.000-1.000 0,-4.000-10.000-2,-10.000-6.000 4,6.000-5.000-2,-8.000-7.000 0,5.000-1.000-2,2.000-1.000 0,2.000-3.000-4,3.000 3.000 6,8.000 11.000-2,0.000 6.000 2,10.000-3.000 0,-7.000 0.000-4,4.000 1.000 4,-1.000-4.000-2,6.000 4.000 2,4.000-6.000 0,0.000 11.000-2,0.000-6.000 2,0.000-2.000-6,0.000 2.000 6,0.000-2.000-4,0.000-6.000 2,0.000-4.000 2,4.000-8.000-2,15.000-8.000 2,0.000-1.000 0,3.000-2.000-3,12.000 1.000 3,-7.000 6.000-2,6.000 4.000 2,-6.000 7.000 0,9.000 7.000-10,-8.000 4.000 10,14.000 2.000-4,-1.000-3.000 4,14.000-2.000-2,6.000-5.000 1,6.000-1.000 1,-3.000 2.000 0,3.000-3.000-5,-13.000 15.000 5,1.000 4.000 0,-11.000 2.000 0,1.000 5.000-2,-7.000 1.000 2,-2.000 3.000-2,2.000 3.000 2,0.000-7.000 0,4.000 3.000 2,6.000-1.000 0,-5.000-1.000 0,-1.000 3.000-2,-6.000-1.000 4,2.000 3.000-2,-9.000 1.000-2,0.000 2.000 0,-3.000 0.000 4,1.000 3.000-4,-5.000 1.000 2,8.000 0.000 4,-2.000-4.000-6,-5.000 3.000 5,-1.000 0.000-3,7.000-3.000 0,-6.000 3.000 4,2.000 0.000 0,0.000 1.000-6,-5.000 0.000 0,2.000 1.000 0,-3.000 4.000 4,0.000-2.000-4,20.000 2.000 0,-6.000-3.000 6,-2.000 3.000-6,7.000-3.000 0,4.000 3.000 2,2.000 0.000 0,-3.000 0.000 2,1.000 0.000-2,-4.000 0.000-2,-2.000 0.000 2,-8.000 0.000 0,-6.000 0.000-2,-2.000 0.000 0,-1.000 0.000 2,0.000 0.000-4,0.000 0.000 6,-6.000 3.000-6,13.000 0.000 2,-12.000 3.000 0,-1.000-4.000 0,5.000 5.000 0,4.000-6.000 0,-9.000 5.000 4,9.000 0.000-4,-3.000 0.000 0,-3.000 1.000 0,4.000-3.000 0,-5.000 3.000 0,1.000-1.000-2,0.000 2.000 2,-7.000-2.000 0,4.000 2.000 0,0.000 1.000 0,-6.000-4.000-2,-1.000 1.000 2,4.000-3.000 0,-7.000 3.000 0,2.000 0.000 0,-1.000-1.000 6,9.000 1.000-6,-10.000 4.000 0,1.000-2.000 0,3.000-3.000 1,-7.000 5.000-1,3.000-6.000 0,3.000 2.000 2,-4.000 2.000 4,-2.000-4.000-6,4.000-1.000 0,-4.000 2.000 0,0.000 1.000 0,7.000-3.000 0,-4.000 0.000 0,-3.000-1.000 0,2.000-2.000 4,-2.000 4.000-4,0.000-1.000 0,0.000 0.000 0,0.000-1.000 2,0.000 2.000-4,0.000-4.000 2,0.000 2.000 0,0.000 2.000 0,4.000 1.000 4,-4.000-2.000-6,0.000-1.000 2,0.000 1.000 0,0.000-3.000 0,0.000 0.000-2,0.000 6.000 2,0.000-6.000 6,0.000 0.000-6,0.000 6.000 0,0.000 0.000 0,0.000 2.000-2,0.000-2.000-2,0.000 0.000 4,0.000-3.000 0,0.000-1.000 4,0.000-2.000-4,0.000 0.000 2,0.000 0.000-2,0.000 0.000-29,0.000 0.000-88,-26.000 23.000-123,-10.000 14.000-28,5.000-18.000-12</inkml:trace>
  <inkml:trace contextRef="#ctx0" brushRef="#br0">7795.000 4949.000 41,'9.000'-7.000'21,"-5.000"-3.000"-2,10.000 3.000 3,-5.000 4.000-4,-5.000-1.000-4,-4.000 0.000 4,4.000 0.000 0,-4.000 1.000 1,0.000 3.000 9,0.000 0.000-4,0.000 0.000 5,0.000 0.000 2,0.000 0.000-6,0.000 0.000-2,-4.000 0.000-9,-18.000 0.000-8,9.000 0.000 7,-9.000 0.000-8,-5.000 0.000 1,-1.000 0.000 5,-6.000 0.000-3,-15.000 7.000-1,10.000 17.000-4,-10.000 12.000-2,-4.000 8.000 6,10.000 3.000-7,-2.000 9.000 0,10.000 3.000 0,4.000 1.000 4,9.000 3.000-8,-1.000 6.000 4,19.000 2.000 0,-5.000 3.000 0,9.000 3.000 0,0.000-2.000 0,0.000-7.000 3,13.000-9.000-3,14.000-7.000 0,13.000-11.000 3,-1.000-2.000-3,1.000-8.000 4,13.000-11.000-2,14.000-4.000-2,-9.000-11.000 7,11.000-2.000-3,3.000-3.000 5,-2.000 0.000-1,1.000 0.000 7,-1.000-11.000 2,-4.000-17.000-11,1.000-16.000-2,2.000-8.000 4,-15.000-8.000 0,3.000-3.000 0,-3.000-5.000 1,-15.000 1.000 1,10.000-1.000 7,-18.000 9.000-14,9.000 3.000 19,-19.000 13.000-3,1.000 3.000-5,5.000-1.000 6,-4.000-6.000-6,-15.000 11.000 8,-8.000 1.000 6,0.000-9.000-17,0.000-4.000-3,0.000-3.000 1,-8.000-1.000-7,-23.000 4.000 4,1.000 0.000-6,-2.000 12.000 4,-5.000 5.000-4,-1.000 3.000 5,-15.000 8.000-5,-5.000 4.000 8,-17.000 8.000-6,9.000 8.000 2,-14.000 0.000-2,22.000 0.000-2,1.000 0.000 0,23.000 0.000 0,2.000 0.000 0,6.000 0.000 0,4.000 0.000-10,-5.000 0.000 6,14.000 0.000-41,-9.000 0.000-19,-1.000 0.000-26,11.000 0.000-36,-2.000 0.000 11,14.000 5.000 2,0.000 14.000-46</inkml:trace>
  <inkml:trace contextRef="#ctx0" brushRef="#br0">9115.000 5860.000 60,'0.000'-12.000'13,"0.000"-4.000"7,15.000-1.000 8,11.000-2.000-8,4.000-5.000-2,5.000 4.000-3,1.000 2.000 1,8.000-3.000-7,-8.000 9.000 4,-6.000 2.000 3,5.000 1.000-8,10.000 1.000 0,-11.000 0.000 3,20.000-1.000 2,-9.000 5.000-1,2.000-3.000-9,6.000 7.000 11,-7.000 0.000-9,-4.000 0.000 0,8.000 0.000 0,-15.000 0.000 1,18.000 0.000 7,-18.000 15.000-6,5.000 6.000 1,-8.000-2.000 2,-2.000 7.000-1,-4.000-4.000-6,-3.000 6.000 6,-11.000-5.000-3,-7.000 5.000-2,5.000 0.000 5,-10.000 5.000-6,0.000 6.000 12,-15.000 12.000-5,-20.000 6.000 16,-13.000 5.000-11,-6.000-3.000-5,12.000 15.000-2,-16.000-16.000 1,9.000-6.000-6,-1.000-12.000 9,11.000-17.000-10,-6.000-2.000 4,10.000-17.000 0,-13.000 0.000-3,8.000-4.000 6,-5.000 0.000-4,10.000-21.000-3,5.000-22.000 3,-4.000-13.000-5,10.000 0.000 0,2.000 1.000 0,18.000-1.000-2,4.000 12.000 0,0.000-6.000 1,0.000-2.000-4,0.000 2.000 5,18.000 4.000-44,17.000 10.000-39,0.000 12.000-6,18.000 20.000-17,0.000 4.000-56</inkml:trace>
  <inkml:trace contextRef="#ctx0" brushRef="#br0">9340.000 5836.000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0.000-38,19.000 0.000-30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37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-6.000 1121.000 17,'0.000'-2.000'33,"0.000"-12.000"-29,0.000 10.000 2,0.000 0.000 3,5.000 0.000-1,-5.000 4.000-2,0.000 0.000-1,10.000 0.000 3,-6.000-4.000 0,-4.000 0.000 1,4.000 0.000 0,-4.000 0.000-5,4.000 1.000 2,-4.000-2.000 0,4.000 5.000 0,10.000-8.000 2,-6.000 0.000-1,0.000-4.000-1,11.000 4.000 3,-14.000-3.000-8,13.000 2.000 2,-14.000-2.000 1,4.000 3.000-4,2.000-5.000 5,-5.000 6.000-1,-2.000-2.000 0,5.000 5.000 2,-8.000 1.000-6,5.000-2.000 2,5.000 5.000 1,2.000-8.000-3,-7.000 5.000 2,5.000-5.000-1,-2.000 0.000 0,0.000-1.000 2,-3.000 3.000-2,12.000 1.000 1,2.000-8.000 3,-11.000 10.000-3,1.000-5.000 2,-6.000 4.000-3,8.000-4.000 2,2.000-5.000-1,-13.000 10.000-1,18.000-8.000 0,-6.000 3.000 2,-12.000 4.000-1,18.000-4.000 2,-13.000-1.000-2,-2.000 7.000 2,16.000-11.000-1,-11.000-3.000-2,10.000 0.000-1,-5.000 0.000 2,9.000 0.000 0,-14.000 4.000-1,7.000 2.000-1,-7.000-1.000 3,-4.000 1.000 0,14.000 2.000-2,-10.000 3.000-1,11.000-3.000 2,-11.000 0.000-2,-3.000 0.000 3,5.000 1.000-1,-2.000-6.000-2,0.000 2.000 1,6.000 6.000-1,-9.000-7.000 0,-2.000 4.000 1,6.000 0.000-1,1.000 0.000 3,-6.000 5.000-2,4.000-2.000 1,-3.000-2.000-2,-1.000 2.000 2,-4.000 2.000-2,15.000-2.000 0,-7.000 2.000 0,-8.000-2.000 2,3.000 2.000-2,-3.000 3.000 0,0.000 0.000 1,0.000 0.000 0,0.000 0.000-1,0.000 0.000 3,0.000 0.000-3,-3.000 0.000-14,-29.000 0.000-15,-7.000 24.000 5,-6.000-1.000 11,-4.000 10.000-6,15.000-2.000 3,-9.000 1.000 6,1.000 9.000 5,-14.000-2.000 4,16.000 8.000-3,-10.000-4.000-1,2.000-7.000 3,27.000-12.000 1,3.000-5.000 0,9.000-10.000 1,-4.000-9.000 1,13.000 0.000-1,0.000 0.000 0,0.000 0.000 0,-5.000 0.000 2,5.000 0.000-2,0.000 0.000 0,0.000 0.000 0,0.000-3.000 4,0.000-13.000 8,18.000-10.000-2,9.000 4.000 2,-11.000-2.000 2,16.000 1.000-7,-1.000 0.000-4,5.000-6.000 4,-16.000 9.000 1,26.000-1.000 2,-20.000-2.000-4,9.000-5.000 1,-4.000 4.000 3,10.000-4.000-5,-2.000 0.000-2,-12.000 9.000 2,3.000-1.000-3,1.000 4.000 2,-5.000-3.000 2,1.000 3.000-5,0.000 0.000 4,-4.000 4.000-5,-15.000 4.000 0,0.000 4.000 3,-8.000 4.000-3,10.000 0.000 4,-10.000 0.000-2,0.000 0.000 1,0.000 0.000 4,-23.000 12.000-6,-25.000 24.000-1,4.000-1.000-1,-5.000 1.000-1,-1.000 7.000 1,8.000-5.000 1,1.000 0.000 0,-2.000-2.000 0,2.000-8.000 0,11.000-5.000-1,17.000-11.000 1,2.000-3.000 0,8.000-9.000 1,3.000 0.000-1,0.000 0.000-2,0.000 0.000 1,0.000 0.000-2,0.000 0.000 1,0.000 0.000 1,0.000-15.000 1,27.000-14.000 10,13.000 1.000 1,-5.000-10.000 1,4.000 2.000 0,10.000-2.000 1,-10.000 2.000-3,10.000 5.000-2,-4.000 6.000-6,-6.000-1.000 11,11.000 0.000-12,-15.000 4.000 4,-1.000 3.000 0,7.000-6.000-1,-20.000 6.000-1,16.000 2.000 2,-21.000 1.000-3,10.000 5.000 5,1.000-2.000-4,-9.000 1.000-2,-1.000 1.000 5,6.000-5.000-2,7.000-2.000-1,-7.000 3.000-1,4.000-1.000 0,-5.000 4.000 2,-6.000 1.000-4,7.000-4.000 1,-1.000 3.000-1,-9.000-1.000 1,5.000 2.000-1,1.000 6.000 0,-11.000 2.000 3,0.000-1.000-1,-3.000 4.000-2,4.000-7.000 0,-1.000-3.000 2,-3.000 3.000-2,8.000 2.000 1,-5.000 2.000-2,2.000-1.000 2,-1.000-2.000-2,4.000-8.000 1,-9.000 6.000 0,15.000-1.000 2,-11.000 6.000-2,-5.000-2.000 3,16.000 2.000-7,-11.000-5.000 8,-3.000 8.000-8,5.000-4.000 5,-6.000-4.000-1,4.000 4.000 0,-8.000 0.000 2,15.000-4.000-2,-4.000 8.000 0,-6.000-3.000 1,5.000-2.000-4,-2.000 1.000 3,-4.000 4.000 0,0.000-4.000 0,10.000 4.000 2,-9.000-4.000-2,3.000 0.000 0,-4.000 0.000 1,-4.000 4.000-2,10.000-3.000 1,-5.000 3.000 0,3.000 0.000 0,-5.000 0.000 0,2.000-5.000 0,9.000 5.000 0,-6.000 0.000 1,-4.000-3.000-2,10.000-2.000 1,-1.000 5.000 0,-13.000 0.000 4,14.000 0.000-4,-6.000 0.000 0,-3.000 0.000-3,9.000 0.000 6,-5.000 0.000-7,-1.000 0.000 5,-8.000-3.000-1,14.000 3.000 0,-6.000-5.000 3,-4.000 5.000-3,15.000 0.000 0,-11.000-4.000 0,-4.000 4.000-3,6.000 0.000 3,-2.000 0.000 0,0.000 0.000 3,-8.000 0.000-3,5.000 0.000-3,-5.000 0.000 3,10.000 0.000 0,-6.000-4.000 0,0.000 4.000 3,-4.000 0.000-3,4.000 0.000 0,-4.000 0.000 0,4.000 0.000 0,7.000 0.000-3,-11.000 0.000 3,8.000 0.000 0,-5.000 0.000 0,2.000 0.000 0,-5.000 0.000 3,0.000 0.000-3,3.000 0.000 0,8.000 0.000 0,-6.000 0.000 0,-2.000 0.000 1,-3.000 0.000-1,5.000 0.000 0,-5.000 0.000-1,3.000 0.000 2,8.000 0.000-1,-11.000 0.000 0,4.000 0.000 0,0.000 0.000 2,0.000 0.000-2,0.000 0.000 0,6.000 0.000 0,-5.000 4.000 0,-5.000 0.000 0,3.000-4.000 0,-3.000 0.000 0,0.000 0.000 3,0.000 0.000-3,0.000 0.000 0,0.000 0.000 4,0.000 0.000-3,0.000 0.000 1,0.000 0.000 5,0.000 0.000-1,-3.000 0.000 4,-28.000 0.000-10,-7.000 0.000 0,4.000 0.000 0,4.000 0.000-3,-10.000 5.000-6,0.000-2.000 3,9.000 5.000 2,-1.000 0.000 3,6.000 0.000-3,-1.000 0.000-1,1.000 1.000-3,-5.000-6.000 5,5.000 0.000-4,-1.000-3.000 2,15.000 5.000 5,-7.000-1.000-4,3.000-4.000 4,2.000 4.000 0,6.000 0.000 2,-7.000-4.000-2,11.000 0.000-3,-8.000 4.000 3,-2.000 0.000 0,4.000 4.000 0,-7.000-8.000 0,8.000 3.000 0,1.000-3.000-1,-6.000 0.000 1,14.000 0.000 0,0.000 0.000-2,0.000 0.000 2,0.000 0.000 0,0.000 0.000-4,0.000 0.000 3,0.000 0.000 0,0.000 0.000-4,0.000 0.000 4,0.000 0.000-8,0.000 0.000 6,0.000 0.000 2,14.000 0.000-4,12.000 0.000 5,1.000 0.000 0,4.000 0.000 0,0.000-11.000 1,0.000 7.000-1,-5.000 4.000 0,1.000-4.000 3,4.000 4.000-2,-19.000 0.000-1,14.000 0.000 0,1.000 0.000 0,-1.000 0.000 1,1.000 0.000-1,1.000 0.000 3,-11.000 0.000-1,-4.000 0.000 0,10.000 0.000-2,-15.000 0.000 1,14.000 0.000 1,-14.000 0.000-3,15.000 8.000 2,-15.000 0.000-1,11.000-5.000 2,-11.000 5.000-1,-5.000-3.000-1,16.000 3.000 2,-14.000 0.000-2,9.000-4.000 0,-10.000 2.000-1,4.000-4.000 1,-4.000 2.000 1,6.000 0.000 2,-2.000-1.000-3,-3.000 2.000 0,-5.000-1.000 1,3.000-1.000-2,-3.000-3.000-1,0.000 0.000 2,0.000 0.000 3,0.000 5.000-2,0.000-5.000-1,0.000 0.000 3,0.000 0.000-3,0.000 0.000 0,0.000 0.000 0,0.000 0.000 1,0.000 0.000 9,0.000 0.000-9,0.000 0.000-1,0.000 0.000-28,-34.000 0.000-56,-1.000 12.000-9,5.000 11.000-27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1:32"/>
    </inkml:context>
    <inkml:brush xml:id="br0">
      <inkml:brushProperty name="width" value="0.46667" units="cm"/>
      <inkml:brushProperty name="height" value="0.46667" units="cm"/>
      <inkml:brushProperty name="color" value="#44546a"/>
      <inkml:brushProperty name="fitToCurve" value="1"/>
    </inkml:brush>
  </inkml:definitions>
  <inkml:trace contextRef="#ctx0" brushRef="#br0">37.000 1374.000 101,'-13.000'-3.000'3,"-4.000"0.000"0,3.000-3.000 24,14.000-3.000-7,0.000-9.000-11,0.000-4.000 1,17.000-1.000 0,3.000-4.000 5,4.000-4.000-5,10.000-2.000 5,-2.000-3.000-6,20.000-12.000 5,0.000-6.000-1,29.000-12.000-6,3.000 0.000 4,12.000-3.000 0,14.000-3.000-4,14.000-1.000 5,20.000 1.000-1,26.000 0.000-4,1.000 12.000-1,6.000 5.000-6,-21.000 17.000 0,-5.000 11.000 0,-10.000 15.000 3,-14.000 12.000-4,-17.000 0.000 1,-23.000 20.000 0,-24.000 20.000 2,1.000 10.000-1,-24.000 2.000 5,-16.000 2.000 7,-15.000 6.000-8,-9.000 4.000 7,-3.000 7.000 3,-44.000 8.000-1,-19.000 8.000-2,-12.000 4.000-9,-12.000-4.000 1,-3.000 5.000 2,-11.000-10.000-5,7.000-10.000 7,17.000-18.000-5,3.000-21.000-2,17.000-17.000 10,16.000-16.000 1,15.000 0.000-3,-5.000-43.000-2,7.000-23.000-6,13.000-24.000-1,14.000-22.000-1,0.000-11.000 1,54.000-9.000-2,30.000 3.000 1,32.000-1.000-1,46.000 1.000 0,35.000-1.000-10,40.000-2.000-23,23.000 15.000-61,21.000 26.000-21,7.000 25.000-94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2:57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4.000 1241.000 68,'-3.000'-1.000'27,"-2.000"1.000"-22,5.000 0.000 17,-1.000 0.000-2,1.000 0.000 0,-2.000 0.000-7,1.000 0.000-4,1.000 0.000 3,-1.000 0.000 2,1.000 0.000-2,0.000 0.000 7,0.000 0.000-3,0.000 0.000 2,0.000 0.000 0,0.000 0.000 1,0.000 0.000 6,0.000 0.000-5,0.000 0.000-3,0.000 0.000 1,0.000 0.000-1,0.000 0.000 11,0.000 0.000-7,0.000 0.000-3,0.000 0.000 13,0.000 0.000-19,0.000 0.000 12,0.000 0.000 1,0.000 0.000-9,2.000 0.000 7,0.000 0.000-8,0.000 0.000-2,5.000 0.000 8,-1.000 0.000-8,3.000 0.000 16,1.000 0.000-4,-2.000 0.000-12,-5.000 0.000 6,4.000 0.000-10,-4.000 0.000 7,4.000 0.000 7,0.000 0.000-23,0.000 0.000 11,-2.000 0.000 5,4.000 0.000-12,-3.000 0.000 5,-3.000 0.000-1,6.000 0.000-1,-1.000 0.000 17,2.000 0.000-22,-1.000-2.000 6,0.000 0.000 4,0.000 0.000-8,4.000-2.000 10,-1.000 0.000-9,-1.000 1.000 1,2.000 0.000 12,1.000-1.000-12,8.000-2.000-4,8.000-4.000 14,24.000-8.000-10,30.000-9.000 9,30.000-8.000 12,39.000-8.000-27,29.000-7.000 0,48.000-6.000 0,41.000-8.000 0,51.000-7.000 0,51.000-8.000 0,47.000-3.000 0,42.000-7.000 0,55.000-8.000 0,52.000-6.000 0,50.000-5.000-90,48.000 4.000-150,28.000 10.000-126,7.000 14.000 142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8:10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-3.000 440.000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0,16.000-2.000 0,15.000-2.000 0,18.000-4.000 0,18.000-2.000 0,16.000-1.000 0,14.000-2.000 0,20.000-3.000 0,19.000-3.000 0,16.000-1.000-90,18.000 1.000-150,9.000 4.000-126,3.000 4.000 142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9:54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-3.000 440.000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0,17.000-2.000 0,13.000-2.000 0,19.000-4.000 0,18.000-2.000 0,16.000-1.000 0,15.000-2.000 0,19.000-3.000 0,18.000-3.000 0,18.000-1.000-90,17.000 1.000-150,9.000 4.000-126,3.000 4.000 142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0:04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-3.000 441.000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0,16.000-2.000 0,15.000-3.000 0,18.000-2.000 0,18.000-3.000 0,16.000-1.000 0,14.000-3.000 0,20.000-2.000 0,19.000-3.000 0,16.000-1.000-90,18.000 1.000-150,9.000 4.000-126,3.000 4.000 142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0:08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-3.000 441.000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0,17.000-2.000 0,13.000-3.000 0,19.000-2.000 0,18.000-3.000 0,16.000-1.000 0,15.000-3.000 0,19.000-2.000 0,18.000-3.000 0,18.000-1.000-90,17.000 1.000-150,9.000 4.000-126,3.000 4.000 142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0:12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-3.000 442.000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12,13.000-4.000-27,11.000-1.000 0,16.000-3.000 0,15.000-3.000 0,18.000-2.000 0,18.000-3.000 0,16.000-2.000 0,14.000-1.000 0,20.000-4.000 0,19.000-1.000 0,16.000-3.000-90,18.000 2.000-150,9.000 4.000-126,3.000 4.000 142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0:29"/>
    </inkml:context>
    <inkml:brush xml:id="br0">
      <inkml:brushProperty name="width" value="0.10583" units="cm"/>
      <inkml:brushProperty name="height" value="0.10583" units="cm"/>
      <inkml:brushProperty name="color" value="#44546a"/>
      <inkml:brushProperty name="fitToCurve" value="1"/>
    </inkml:brush>
  </inkml:definitions>
  <inkml:trace contextRef="#ctx0" brushRef="#br0">1627.000 38.000 100,'4.000'-26.000'57,"-4.000"18.000"-47,0.000 8.000 23,-4.000 8.000 9,-11.000-4.000-20,15.000-4.000-7,0.000 0.000 5,0.000 0.000-5,0.000 0.000 1,0.000 0.000-7,0.000 0.000 9,0.000 0.000 6,0.000 0.000-1,0.000 0.000 4,0.000 0.000 5,-8.000 0.000-9,8.000 0.000 6,-4.000 0.000-12,-15.000 0.000 0,11.000 0.000-3,-19.000 0.000-6,0.000 0.000 0,-8.000 0.000 7,-14.000 0.000-13,13.000 0.000 12,10.000 0.000-9,-10.000 0.000 0,5.000 4.000 6,-10.000 16.000-7,6.000 3.000 5,4.000-2.000-2,0.000 4.000-7,0.000-2.000 7,-10.000 8.000-2,5.000 15.000-1,1.000-2.000 3,-10.000 2.000-7,18.000 8.000 4,-4.000-5.000 0,0.000 2.000-2,0.000 1.000 7,0.000 5.000 2,4.000 7.000 0,0.000-4.000 2,0.000 8.000-7,15.000-3.000 0,-7.000-9.000-3,-3.000 20.000 1,9.000-8.000 2,-10.000 0.000-4,11.000 12.000 3,-2.000-3.000 1,-9.000 3.000-4,15.000 8.000 6,-15.000 4.000-1,6.000 0.000-5,-1.000 4.000 12,14.000-3.000-10,-11.000-4.000 3,11.000-5.000 1,0.000-1.000-4,4.000-2.000-1,0.000-5.000-3,0.000-8.000 5,0.000 0.000-1,0.000 13.000-4,0.000-9.000 0,0.000 8.000 7,0.000 0.000-5,0.000-1.000 0,0.000 7.000 0,0.000-6.000 2,0.000 4.000 3,0.000-8.000-6,0.000 4.000 1,0.000-2.000 4,0.000 9.000 0,4.000 1.000-2,0.000 4.000-4,6.000 8.000 3,-5.000 8.000 8,-1.000 5.000-11,-4.000-8.000 5,0.000 3.000 13,8.000-11.000-10,-8.000-10.000-1,0.000 9.000 7,0.000 4.000-6,0.000 1.000 14,0.000 3.000-14,0.000-8.000 3,0.000-3.000-5,0.000-9.000 2,0.000 0.000-2,0.000-4.000 5,0.000 4.000-11,0.000-7.000 0,0.000-1.000 0,0.000 4.000 0,0.000-7.000 0,0.000 2.000 0,0.000 2.000 0,-8.000 7.000 0,-11.000-4.000 0,7.000 5.000 0,-15.000-11.000 0,8.000 4.000 0,7.000-14.000 0,-11.000-16.000 0,0.000 4.000 0,-4.000-10.000 0,7.000 1.000 0,-17.000-7.000 0,6.000-5.000 0,-5.000 2.000 0,10.000-17.000 0,-14.000 4.000 0,-1.000 4.000 0,6.000-7.000 0,0.000 6.000 0,8.000-5.000 0,4.000 0.000 0,0.000-5.000 0,15.000-10.000 0,8.000-3.000 0,-4.000 0.000 0,4.000 0.000 0,0.000 0.000 0,0.000 0.000 0,0.000 0.000 0,0.000 0.000 0,4.000 0.000 0,0.000 0.000 0,0.000 0.000 0,15.000 0.000 0,-11.000 0.000 0,15.000 0.000 0,8.000 0.000 0,4.000 0.000 0,11.000 0.000 0,-15.000 0.000 0,0.000 0.000 0,-5.000 0.000 0,5.000 0.000 0,-4.000 0.000 0,4.000 0.000 0,-4.000 12.000 0,0.000 1.000 0,-4.000 3.000 0,0.000 4.000 0,-11.000-5.000 0,7.000 6.000 0,-11.000 3.000 0,10.000 5.000 0,-5.000 10.000 0,-5.000 1.000 0,11.000 4.000 0,-11.000 4.000 0,11.000 4.000 0,-11.000 9.000 0,10.000-2.000 0,-13.000-10.000 0,-5.000 7.000 0,4.000 0.000 0,0.000-4.000 0,-4.000 12.000 0,10.000-7.000 0,-6.000-1.000 0,-4.000 4.000 0,4.000 4.000 0,1.000-5.000 0,-1.000 10.000 0,10.000-5.000 0,-6.000 1.000 0,-3.000 15.000 0,9.000-8.000 0,-6.000 4.000 0,1.000-4.000 0,5.000-3.000 0,-10.000 3.000 0,0.000 0.000 0,0.000-4.000 0,1.000 9.000 0,5.000-1.000 0,-6.000 4.000 0,-4.000-1.000 0,0.000 14.000 0,0.000-1.000 0,0.000 1.000 0,0.000 7.000 0,0.000 0.000 0,0.000 0.000 0,0.000-7.000 0,0.000-5.000 0,0.000-7.000 0,-4.000-1.000 0,-11.000 1.000 0,7.000 2.000 0,0.000 9.000 0,-7.000 4.000 0,11.000 1.000 0,0.000-1.000 0,-10.000 4.000 0,10.000 0.000 0,-1.000 0.000 0,1.000-3.000 0,0.000-1.000 0,4.000-16.000 0,0.000-1.000 0,0.000 3.000 0,0.000 0.000 0,0.000 4.000 0,0.000-10.000 0,4.000-12.000 0,5.000 1.000 0,9.000-6.000 0,-10.000 7.000 0,11.000-7.000 0,-11.000 1.000 0,11.000-7.000 0,-11.000-1.000 0,-4.000 4.000 0,11.000 0.000 0,-11.000-6.000 0,4.000 4.000 0,0.000-14.000 0,7.000-4.000 0,-11.000-2.000 0,4.000-11.000 0,3.000 13.000 0,-3.000 0.000 0,-4.000-6.000 0,11.000 4.000 0,-7.000-6.000 0,-4.000 4.000 0,15.000-4.000 0,-11.000 6.000 0,0.000-4.000 0,11.000 6.000 0,-15.000 5.000 0,4.000-2.000 0,2.000-6.000 0,-1.000 7.000 0,-5.000-13.000 0,10.000 16.000 0,-5.000-7.000 0,-5.000-2.000 0,0.000 2.000 0,0.000-8.000 0,10.000 0.000 0,-9.000 0.000 0,-1.000-7.000 0,10.000-1.000 0,-6.000-1.000 0,11.000 1.000 0,-11.000 1.000 0,1.000-6.000 0,5.000 2.000 0,-6.000-5.000 0,15.000-1.000 0,-6.000 2.000 0,5.000 3.000 0,1.000 0.000 0,4.000 0.000 0,-15.000-3.000 0,15.000 2.000 0,0.000-7.000 0,4.000 5.000 0,-4.000-2.000 0,4.000 1.000 0,6.000 5.000 0,-16.000-2.000 0,20.000-2.000 0,-10.000 2.000 0,4.000 2.000 0,-8.000 3.000 0,0.000-8.000 0,4.000 4.000 0,-4.000-4.000 0,0.000-1.000 0,0.000 2.000 0,4.000 3.000 0,0.000-9.000 0,-4.000 9.000 0,4.000-4.000 0,0.000 4.000 0,-4.000-3.000 0,-1.000-6.000 0,5.000 6.000 0,-4.000-10.000 0,0.000-3.000 0,-8.000 0.000 0,-11.000 0.000 0,-4.000 0.000 0,-4.000 0.000 0,0.000 0.000 0,0.000 0.000 0,0.000 0.000 0,-27.000 0.000 0,0.000 0.000 0,1.000 0.000-111,-10.000-11.000-165,36.000-69.000-29,0.000 4.000 11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352" units="cm"/>
      <inkml:brushProperty name="height" value="0.21352" units="cm"/>
      <inkml:brushProperty name="color" value="#44546a"/>
      <inkml:brushProperty name="fitToCurve" value="1"/>
    </inkml:brush>
    <inkml:brush xml:id="br1">
      <inkml:brushProperty name="width" value="0.21353" units="cm"/>
      <inkml:brushProperty name="height" value="0.21353" units="cm"/>
      <inkml:brushProperty name="color" value="#44546a"/>
      <inkml:brushProperty name="fitToCurve" value="1"/>
    </inkml:brush>
  </inkml:definitions>
  <inkml:trace contextRef="#ctx0" brushRef="#br0">3343.000 1477.000 112,'-6.000'0.000'6,"-8.000"0.000"1,14.000 0.000 15,0.000 0.000 2,0.000 0.000-13,0.000 0.000-5,0.000 0.000-1,0.000 0.000 5,0.000-11.000-1,0.000 1.000 0,0.000 2.000 1,0.000 1.000-3,0.000-1.000 4,0.000-2.000-3,5.000-1.000-3,4.000-4.000 1,-6.000 1.000-1,7.000-4.000-5,8.000-11.000 3,-10.000 7.000-3,19.000-7.000 5,-9.000 5.000-5,2.000-7.000 2,3.000 0.000 3,-4.000-10.000-3,22.000 0.000 3,-9.000 2.000 1,-5.000 3.000-5,-1.000 8.000 4,1.000 1.000-3,-6.000 6.000 0,4.000-5.000 4,-3.000-3.000-5,7.000-5.000 4,-5.000 7.000 0,8.000-2.000-3,-4.000 7.000 2,11.000-4.000-3,-5.000-2.000 0,-2.000-4.000 7,9.000 1.000-3,-6.000-1.000-4,8.000 11.000 4,-9.000 0.000-3,7.000-5.000 5,-9.000-4.000-3,10.000-1.000-2,-1.000-3.000 7,8.000-3.000-6,3.000 6.000 3,5.000-4.000 2,1.000 4.000-8,-7.000 6.000 5,2.000-4.000-3,4.000 7.000 1,-2.000 2.000 4,1.000-4.000-5,-5.000 7.000 2,-5.000-5.000 1,-11.000 3.000-4,10.000 12.000 5,-13.000-6.000 0,4.000 0.000-5,1.000 2.000 4,-9.000 5.000 2,-1.000 3.000-6,1.000 0.000 0,-8.000-1.000-1,9.000 0.000 4,-1.000 1.000 2,9.000 3.000-5,-5.000-5.000 8,-4.000 5.000-5,1.000 0.000-2,-1.000 0.000 5,-6.000 0.000-4,4.000 0.000 4,-1.000 0.000-7,3.000 0.000 5,3.000 0.000 4,11.000 0.000-6,-8.000 5.000-3,5.000 2.000 6,-5.000 7.000-5,-2.000-3.000 4,5.000 4.000-3,-5.000-2.000 1,-5.000-6.000 5,6.000 5.000-7,0.000 3.000 7,-18.000-9.000 0,9.000 7.000-6,1.000-3.000 3,-9.000-3.000-2,-2.000 3.000 1,9.000 4.000 2,-10.000-6.000-4,-3.000 2.000 3,7.000 5.000-4,-9.000-6.000 5,-1.000 5.000-3,9.000 1.000 0,-8.000-1.000-3,6.000 3.000 6,-6.000 1.000-6,-2.000-3.000 1,8.000-1.000-1,-7.000 1.000 4,-4.000-1.000-1,1.000 1.000-3,5.000-1.000 0,-1.000 4.000 0,-4.000 0.000 0,0.000 5.000 0,5.000 1.000 4,-5.000-1.000-1,-1.000-6.000-3,-3.000 6.000 0,0.000-5.000 0,0.000-3.000 0,0.000 5.000 0,0.000 7.000 2,0.000-2.000-2,0.000 5.000 2,0.000 2.000 1,0.000-3.000-3,0.000 3.000 0,0.000-3.000 2,0.000-5.000 1,-3.000 3.000-2,-1.000-2.000-2,4.000-7.000 2,-13.000-1.000 0,13.000 6.000-1,-7.000-3.000 0,-7.000-1.000 2,10.000-3.000-2,4.000-9.000 2,0.000 0.000-4,-3.000-4.000 4,3.000-3.000 1,0.000 0.000-3,0.000 4.000 0,0.000-4.000 2,-5.000 0.000-2,5.000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0,12.000 0.000 2,22.000 0.000 5,-6.000 0.000 6,3.000 0.000-13,2.000 0.000 2,15.000 0.000 5,25.000-3.000-5,11.000-16.000 19,9.000 1.000-12,-4.000-1.000-1,4.000 4.000 1,8.000-4.000-9,-14.000 4.000 6,-7.000 4.000 0,-3.000 3.000-2,-9.000 0.000-4,-5.000-2.000 0,8.000 0.000 2,-12.000-1.000 5,6.000 3.000-2,-9.000 6.000 0,-8.000-3.000-3,-8.000 5.000 0,4.000-3.000 0,-2.000 3.000 2,-11.000 0.000-4,1.000 0.000 9,12.000 0.000-7,-11.000 0.000 2,15.000 0.000-1,-12.000 0.000-3,8.000 0.000 3,2.000 0.000 1,-7.000 8.000-4,8.000-1.000 7,-1.000 4.000-7,-15.000-1.000 0,11.000 1.000 2,-7.000 7.000-2,-7.000-7.000 0,10.000 4.000-2,-7.000 4.000 4,-3.000-4.000 0,-3.000 4.000 0,3.000-1.000-2,0.000 4.000 0,-1.000 1.000 0,-7.000-5.000 0,1.000 3.000-2,4.000 1.000 2,-11.000 3.000 8,11.000-3.000-8,-1.000 5.000 0,-8.000-9.000 0,-3.000 2.000 2,7.000 6.000-4,-12.000-4.000 2,7.000 7.000 0,-10.000-4.000 7,7.000-2.000-6,-4.000-3.000-1,-3.000 2.000 0,-5.000 2.000 0,2.000 3.000 0,-2.000-2.000 0,0.000 0.000 0,0.000 8.000 8,0.000 1.000-8,0.000-2.000 0,0.000 3.000 0,0.000-5.000 2,0.000-7.000-2,-2.000 5.000 0,-7.000 1.000 0,-5.000-3.000 8,7.000 2.000-8,0.000-4.000 0,-7.000-5.000 0,12.000-1.000 1,-6.000-7.000-2,-2.000-4.000 1,8.000 1.000 0,2.000-1.000 1,-5.000-4.000-1,5.000 2.000 0,0.000-3.000 2,0.000-2.000 0,0.000 0.000-2,0.000 0.000 0,0.000 0.000 0,0.000 0.000 0,0.000 0.000 2,0.000 0.000-2,0.000 0.000 0,0.000 0.000-2,0.000 0.000 0,0.000 0.000 0,0.000 0.000 1,0.000 0.000-3,0.000 0.000-6,5.000 8.000 10,17.000-4.000 0,4.000 3.000 4,1.000 1.000-4,19.000-8.000 0,-1.000 2.000 2,-3.000-2.000 6,27.000 0.000-8,-12.000 5.000 0,8.000 2.000 3,-6.000 8.000-1,-3.000 2.000-2,-3.000 2.000 2,0.000 2.000-2,-10.000-3.000 8,-7.000-2.000-8,1.000 2.000 0,-1.000 0.000-1,-6.000 10.000 1,8.000-3.000-3,-5.000 9.000 3,-5.000 1.000 0,-1.000 2.000 4,1.000 3.000-4,-10.000 3.000 0,4.000 0.000 0,-9.000 4.000 6,7.000 4.000-8,4.000-4.000 2,-7.000 6.000 0,-6.000-6.000 4,7.000 3.000 0,-11.000-1.000-4,1.000-7.000 6,0.000 12.000-6,-4.000-11.000 0,-4.000 3.000 2,0.000 5.000-2,0.000-3.000 10,0.000-8.000-10,0.000 3.000 0,0.000 5.000 4,0.000-9.000-3,-17.000 4.000 3,3.000-3.000-4,-6.000 6.000 0,-13.000 0.000 10,-4.000-2.000-10,1.000 10.000 0,-5.000 3.000 4,-6.000-6.000-2,2.000 10.000-2,-5.000-3.000 0,-13.000-6.000 0,10.000-2.000 2,-2.000-3.000-2,-1.000 0.000 0,-9.000 4.000-2,5.000 0.000 4,-18.000-2.000-4,19.000 0.000 2,4.000-7.000-2,-3.000-4.000 0,26.000-9.000-2,3.000-8.000 4,9.000-7.000-2,13.000-3.000 2,-10.000 8.000-2,13.000-11.000 0,4.000-2.000 2,0.000 2.000-2,0.000-8.000 0,0.000 0.000 2,0.000 0.000-2,0.000 0.000-1,0.000 0.000 1,0.000 0.000-4,0.000 0.000 4,0.000 0.000-2,0.000 6.000 4,0.000 6.000 0,26.000-6.000 0,-6.000 6.000 4,2.000-2.000-8,7.000 4.000 6,3.000-3.000-2,17.000 5.000 8,-19.000-1.000-8,13.000-4.000 0,-13.000 5.000 2,3.000 6.000 2,0.000-4.000-4,-14.000 4.000 0,2.000 1.000 0,-1.000 1.000 0,-8.000 2.000 0,8.000 10.000 0,-4.000 0.000 5,-7.000 8.000-3,7.000 3.000 0,-4.000 5.000-2,-10.000 1.000 0,8.000-1.000 6,-10.000 8.000-6,0.000-2.000 0,0.000 5.000 2,-12.000 1.000-2,-13.000 2.000 0,11.000-1.000 0,-11.000-7.000 2,1.000 8.000-2,-5.000-13.000 0,1.000 5.000 0,-5.000 1.000 0,0.000-9.000 6,-2.000 13.000-8,-9.000-14.000 2,-5.000 7.000 0,5.000-11.000 6,12.000-6.000-6,1.000 3.000-2,-15.000 1.000 2,-7.000 3.000 0,2.000-1.000 4,2.000-5.000-4,-7.000 3.000 0,5.000 5.000 2,-14.000-2.000-2,4.000 2.000 0,5.000-1.000 6,-3.000-4.000-4,-12.000-3.000-2,12.000 3.000 0,-13.000-3.000 2,-1.000-3.000 12,-6.000 4.000-14,-11.000-7.000 0,-5.000 7.000 7,-24.000 3.000-7,7.000-4.000 0,-13.000 3.000 0,-4.000-3.000 0,1.000 0.000 2,12.000 0.000-2,-6.000-7.000 0,1.000-2.000 4,-11.000 3.000 0,-8.000-2.000-2,-5.000-3.000-2,-9.000 5.000 0,14.000-7.000 2,8.000-5.000-2,2.000-3.000-2,-11.000-5.000-2,15.000-6.000 6,7.000-8.000-4,-9.000 0.000 2,10.000 0.000 0,15.000 0.000 2,-3.000 0.000-2,1.000-5.000 0,4.000-8.000-2,14.000-6.000 2,-10.000-3.000 0,0.000-8.000 0,5.000-9.000 0,3.000 4.000 0,4.000-10.000 0,2.000 3.000 0,-7.000-2.000 0,14.000 4.000 0,9.000 4.000 0,-3.000 3.000 2,2.000 0.000 0,12.000 4.000 0,3.000-3.000-2,-6.000-1.000 0,6.000 0.000-4,-4.000-6.000 8,-7.000-1.000-4,5.000 4.000 0,-12.000-9.000 2,21.000 6.000 0,-3.000-1.000 0,0.000 4.000-2,1.000 1.000 0,7.000 1.000-2,10.000 1.000 0,3.000 5.000 0,5.000-8.000 2,-7.000 2.000 0,6.000-3.000-2,3.000 2.000-4,13.000-2.000 6,-4.000 6.000-4,12.000-3.000 4,4.000 2.000-2,0.000 3.000 2,0.000 4.000-3,0.000 4.000 1,0.000-2.000 0,0.000-2.000 0,0.000 3.000 4,0.000-10.000-4,18.000 11.000 2,-7.000-10.000 0,-8.000 13.000-2,14.000-1.000 2,-13.000 9.000 0,-4.000 10.000-2,4.000 0.000 4,-4.000 0.000 0,0.000 0.000-2,0.000 0.000 0,0.000 0.000 4,0.000 0.000 1,0.000 0.000-5,0.000 0.000 0,0.000 0.000 0,0.000 0.000 0,0.000 0.000 0,0.000 0.000 0,0.000 0.000 0,0.000 0.000 0,0.000 0.000 0,0.000 0.000 0,14.000 0.000 0,-14.000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2,-18.000 0.000-2,-3.000 0.000 0,2.000 4.000 4,-18.000-1.000-8,9.000 0.000 2,-16.000 2.000 2,12.000 3.000-2,-16.000-2.000 4,-5.000 2.000-4,-11.000 2.000 0,-12.000 1.000 0,-3.000 4.000 2,-20.000-5.000-5,-4.000 6.000 3,-15.000-3.000 2,13.000 3.000-6,-6.000-13.000 6,6.000 5.000-4,0.000-6.000 4,9.000-2.000 0,-2.000 0.000-6,13.000 0.000 6,2.000-10.000 0,4.000-9.000-2,6.000-7.000 0,-1.000 6.000-4,1.000-9.000 6,10.000-1.000-2,-2.000 2.000 0,12.000-9.000 0,14.000 3.000 0,-1.000-5.000-2,7.000 0.000 4,5.000 0.000-6,-3.000-8.000 6,-6.000-6.000-2,12.000 2.000 2,1.000-10.000-6,5.000 12.000 6,-5.000-3.000-2,4.000-6.000 0,6.000 14.000-3,8.000-4.000 5,1.000 3.000-2,5.000-10.000-4,-3.000 0.000 4,3.000-5.000 2,0.000-6.000-2,0.000-1.000 0,0.000-4.000 0,0.000 3.000 2,0.000-2.000-2,0.000 12.000 2,10.000-10.000-4,10.000 6.000 4,6.000 3.000-2,1.000-1.000 2,1.000 5.000 0,-4.000 1.000 0,4.000-1.000-4,-1.000 6.000 4,4.000-4.000-4,5.000 4.000 4,-4.000 1.000 0,-1.000 12.000-4,-7.000 2.000 7,5.000 5.000-3,-12.000 8.000 0,-6.000 3.000-3,3.000 8.000 3,-12.000 5.000 0,-2.000 5.000 0,0.000-2.000-2,0.000 2.000 2,0.000 0.000 0,0.000 0.000 2,0.000 0.000 1,0.000 0.000-3,0.000 0.000 1,0.000 0.000 1,0.000 0.000 4,0.000 0.000-6,0.000 0.000 2,0.000 0.000 6,0.000 0.000-8,0.000 0.000 0,-7.000 0.000 0,-2.000-7.000 4,-8.000-5.000-4,2.000-7.000 0,-10.000-1.000 0,-5.000-13.000-2,-13.000-8.000 4,8.000-5.000-2,-11.000-10.000 0,7.000 0.000-2,3.000-2.000 0,2.000-4.000-4,4.000 4.000 6,9.000 14.000-2,1.000 7.000 2,13.000-3.000 0,-10.000 0.000-4,6.000 0.000 4,-2.000-4.000-2,8.000 5.000 2,5.000-7.000 0,0.000 13.000-2,0.000-7.000 2,0.000-3.000-6,0.000 2.000 6,0.000-2.000-4,0.000-7.000 2,0.000-5.000 2,5.000-11.000-2,19.000-10.000 2,0.000-1.000 0,4.000-2.000-3,15.000 1.000 3,-9.000 7.000-2,7.000 6.000 2,-7.000 8.000 0,12.000 9.000-10,-11.000 5.000 10,18.000 3.000-4,-1.000-4.000 4,17.000-3.000-2,8.000-6.000 1,7.000-1.000 1,-3.000 2.000 0,3.000-3.000-5,-16.000 18.000 5,2.000 6.000 0,-15.000 2.000 0,2.000 6.000-2,-9.000 2.000 2,-3.000 3.000-2,3.000 4.000 2,0.000-8.000 0,5.000 3.000 2,7.000-2.000 0,-6.000 0.000 0,-1.000 3.000-2,-7.000-1.000 4,2.000 4.000-2,-12.000 1.000-2,1.000 3.000 0,-5.000 0.000 4,2.000 3.000-4,-6.000 2.000 2,10.000 0.000 4,-3.000-6.000-6,-6.000 5.000 5,-1.000-1.000-3,8.000-3.000 0,-7.000 3.000 4,3.000 1.000 0,-1.000 0.000-6,-5.000 1.000 0,1.000 1.000 0,-3.000 5.000 4,0.000-3.000-4,25.000 3.000 0,-7.000-3.000 6,-3.000 3.000-6,9.000-4.000 0,5.000 4.000 2,2.000 0.000 0,-3.000 0.000 2,1.000 0.000-2,-5.000 0.000-2,-3.000 0.000 2,-10.000 0.000 0,-7.000 0.000-2,-3.000 0.000 0,-1.000 0.000 2,0.000 0.000-4,0.000 0.000 6,-8.000 4.000-6,17.000-1.000 2,-15.000 5.000 0,-2.000-5.000 0,7.000 5.000 0,5.000-6.000 0,-12.000 5.000 4,12.000 1.000-4,-4.000-1.000 0,-4.000 2.000 0,5.000-4.000 0,-6.000 4.000 0,1.000-1.000-2,0.000 2.000 2,-8.000-3.000 0,4.000 3.000 0,0.000 2.000 0,-7.000-6.000-2,-1.000 2.000 2,4.000-5.000 0,-8.000 5.000 0,2.000-1.000 0,-1.000 0.000 6,12.000 0.000-6,-13.000 6.000 0,1.000-3.000 0,4.000-4.000 1,-9.000 7.000-1,3.000-8.000 0,5.000 3.000 2,-6.000 2.000 4,-2.000-5.000-6,5.000-2.000 0,-5.000 4.000 0,0.000 0.000 0,9.000-3.000 0,-5.000 0.000 0,-4.000-2.000 0,3.000-2.000 4,-3.000 5.000-4,0.000-1.000 0,0.000 0.000 0,0.000-1.000 2,0.000 2.000-4,0.000-5.000 2,0.000 2.000 0,0.000 3.000 0,5.000 1.000 4,-5.000-2.000-6,0.000-1.000 2,0.000 1.000 0,0.000-4.000 0,0.000 0.000-2,0.000 7.000 2,0.000-7.000 6,0.000 0.000-6,0.000 8.000 0,0.000-1.000 0,0.000 3.000-2,0.000-2.000-2,0.000-1.000 4,0.000-3.000 0,0.000-1.000 4,0.000-3.000-4,0.000 0.000 2,0.000 0.000-2,0.000 0.000-29,0.000 0.000-88,-33.000 29.000-123,-13.000 17.000-28,7.000-22.000-12</inkml:trace>
  <inkml:trace contextRef="#ctx0" brushRef="#br0">9991.000 6341.000 41,'11.000'-9.000'21,"-6.000"-4.000"-2,13.000 4.000 3,-7.000 6.000-4,-6.000-2.000-4,-5.000-1.000 4,5.000 1.000 0,-5.000 2.000 1,0.000 3.000 9,0.000 0.000-4,0.000 0.000 5,0.000 0.000 2,0.000 0.000-6,0.000 0.000-2,-5.000 0.000-9,-23.000 0.000-8,12.000 0.000 7,-12.000 0.000-8,-6.000 0.000 1,-1.000 0.000 5,-8.000 0.000-3,-19.000 8.000-1,13.000 23.000-4,-12.000 14.000-2,-6.000 11.000 6,13.000 3.000-7,-3.000 11.000 0,13.000 5.000 0,5.000 0.000 4,11.000 5.000-8,-1.000 7.000 4,24.000 2.000 0,-6.000 5.000 0,11.000 3.000 0,0.000-3.000 0,0.000-8.000 3,16.000-12.000-3,18.000-8.000 0,16.000-14.000 3,0.000-3.000-3,0.000-10.000 4,17.000-14.000-2,17.000-5.000-2,-11.000-14.000 7,14.000-2.000-3,4.000-4.000 5,-3.000 0.000-1,2.000 0.000 7,-2.000-14.000 2,-5.000-21.000-11,1.000-20.000-2,3.000-11.000 4,-19.000-10.000 0,4.000-3.000 0,-4.000-7.000 1,-19.000 2.000 1,13.000-2.000 7,-23.000 12.000-14,12.000 3.000 19,-25.000 17.000-3,2.000 4.000-5,6.000-2.000 6,-5.000-7.000-6,-19.000 13.000 8,-10.000 2.000 6,0.000-11.000-17,0.000-6.000-3,0.000-3.000 1,-10.000-2.000-7,-29.000 6.000 4,1.000-1.000-6,-2.000 16.000 4,-7.000 6.000-4,-1.000 4.000 5,-19.000 9.000-5,-6.000 6.000 8,-21.000 10.000-6,11.000 10.000 2,-18.000 0.000-2,28.000 0.000-2,1.000 0.000 0,29.000 0.000 0,3.000 0.000 0,7.000 0.000 0,5.000 0.000-10,-6.000 0.000 6,18.000 0.000-41,-12.000 0.000-19,-1.000 0.000-26,14.000 0.000-36,-3.000 0.000 11,18.000 6.000 2,0.000 18.000-46</inkml:trace>
  <inkml:trace contextRef="#ctx0" brushRef="#br0">11654.000 7489.000 60,'0.000'-15.000'13,"0.000"-5.000"7,19.000-2.000 8,14.000-2.000-8,4.000-6.000-2,7.000 5.000-3,2.000 2.000 1,9.000-3.000-7,-9.000 11.000 4,-9.000 2.000 3,8.000 2.000-8,11.000 1.000 0,-13.000-1.000 3,25.000 0.000 2,-11.000 6.000-1,2.000-4.000-9,8.000 9.000 11,-9.000 0.000-9,-5.000 0.000 0,10.000 0.000 0,-19.000 0.000 1,23.000 0.000 7,-23.000 19.000-6,6.000 8.000 1,-10.000-3.000 2,-2.000 8.000-1,-5.000-4.000-6,-4.000 7.000 6,-14.000-6.000-3,-9.000 7.000-2,7.000-1.000 5,-13.000 7.000-6,0.000 7.000 12,-19.000 15.000-5,-25.000 8.000 16,-16.000 6.000-11,-9.000-4.000-5,17.000 20.000-2,-22.000-21.000 1,13.000-8.000-6,-2.000-14.000 9,14.000-22.000-10,-8.000-3.000 4,13.000-21.000 0,-17.000 0.000-3,11.000-5.000 6,-7.000 0.000-4,13.000-26.000-3,6.000-28.000 3,-5.000-17.000-5,13.000 0.000 0,2.000 2.000 0,23.000-2.000-2,5.000 16.000 0,0.000-8.000 1,0.000-3.000-4,0.000 3.000 5,23.000 5.000-44,21.000 13.000-39,0.000 15.000-6,23.000 25.000-17,0.000 5.000-56</inkml:trace>
  <inkml:trace contextRef="#ctx0" brushRef="#br0">11937.000 7459.000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0.000-38,24.000 0.000-30</inkml:trace>
  <inkml:trace contextRef="#ctx0" brushRef="#br1">3364.000 1520.000 17,'0.000'-2.000'33,"0.000"-16.000"-29,0.000 13.000 2,0.000 0.000 3,6.000 0.000-1,-6.000 5.000-2,0.000 0.000-1,13.000 0.000 3,-8.000-5.000 0,-5.000 0.000 1,5.000 0.000 0,-5.000 0.000-5,5.000 1.000 2,-5.000-2.000 0,5.000 6.000 0,12.000-10.000 2,-6.000 0.000-1,-1.000-6.000-1,14.000 6.000 3,-18.000-4.000-8,17.000 3.000 2,-18.000-3.000 1,5.000 4.000-4,2.000-6.000 5,-5.000 7.000-1,-4.000-2.000 0,7.000 6.000 2,-10.000 1.000-6,7.000-3.000 2,5.000 7.000 1,3.000-10.000-3,-8.000 7.000 2,5.000-7.000-1,-2.000-1.000 0,0.000 0.000 2,-3.000 4.000-2,14.000 0.000 1,3.000-9.000 3,-14.000 12.000-3,2.000-6.000 2,-9.000 5.000-3,11.000-5.000 2,3.000-7.000-1,-17.000 14.000-1,22.000-11.000 0,-7.000 4.000 2,-15.000 5.000-1,23.000-5.000 2,-17.000-2.000-2,-2.000 10.000 2,20.000-15.000-1,-14.000-3.000-2,13.000 0.000-1,-7.000 0.000 2,12.000 0.000 0,-18.000 5.000-1,9.000 2.000-1,-9.000-1.000 3,-5.000 1.000 0,18.000 3.000-2,-13.000 4.000-1,14.000-4.000 2,-14.000 0.000-2,-4.000 0.000 3,7.000 1.000-1,-3.000-7.000-2,0.000 2.000 1,8.000 7.000-1,-12.000-8.000 0,-2.000 5.000 1,7.000 0.000-1,2.000 0.000 3,-8.000 6.000-2,5.000-2.000 1,-4.000-3.000-2,-1.000 3.000 2,-5.000 2.000-2,19.000-2.000 0,-9.000 2.000 0,-10.000-2.000 2,4.000 2.000-2,-4.000 4.000 0,0.000 0.000 1,0.000 0.000 0,0.000 0.000-1,0.000 0.000 3,0.000 0.000-3,-4.000 0.000-14,-36.000 0.000-15,-9.000 30.000 5,-8.000-1.000 11,-5.000 13.000-6,19.000-3.000 3,-11.000 1.000 6,1.000 12.000 5,-17.000-3.000 4,19.000 10.000-3,-12.000-5.000-1,3.000-8.000 3,33.000-16.000 1,5.000-6.000 0,10.000-13.000 1,-4.000-11.000 1,16.000 0.000-1,0.000 0.000 0,0.000 0.000 0,-6.000 0.000 2,6.000 0.000-2,0.000 0.000 0,0.000 0.000 0,0.000-3.000 4,0.000-18.000 8,22.000-11.000-2,12.000 4.000 2,-14.000-2.000 2,21.000 1.000-7,-2.000 0.000-4,6.000-8.000 4,-20.000 12.000 1,33.000-2.000 2,-25.000-2.000-4,11.000-6.000 1,-5.000 5.000 3,13.000-5.000-5,-3.000-1.000-2,-15.000 12.000 2,4.000-1.000-3,1.000 5.000 2,-6.000-4.000 2,1.000 4.000-5,0.000 0.000 4,-5.000 5.000-5,-19.000 4.000 0,0.000 6.000 3,-10.000 5.000-3,12.000 0.000 4,-12.000 0.000-2,0.000 0.000 1,0.000 0.000 4,-29.000 16.000-6,-31.000 29.000-1,5.000-1.000-1,-7.000 1.000-1,-1.000 10.000 1,10.000-7.000 1,1.000-1.000 0,-2.000-1.000 0,2.000-11.000 0,15.000-6.000-1,20.000-14.000 1,3.000-3.000 0,11.000-12.000 1,3.000 0.000-1,0.000 0.000-2,0.000 0.000 1,0.000 0.000-2,0.000 0.000 1,0.000 0.000 1,0.000-19.000 1,34.000-18.000 10,16.000 2.000 1,-6.000-13.000 1,5.000 3.000 0,13.000-3.000 1,-13.000 2.000-3,13.000 7.000-2,-5.000 8.000-6,-8.000-2.000 11,14.000 0.000-12,-19.000 5.000 4,-1.000 4.000 0,8.000-7.000-1,-24.000 7.000-1,19.000 3.000 2,-25.000 0.000-3,11.000 7.000 5,2.000-2.000-4,-11.000 1.000-2,-2.000 1.000 5,8.000-6.000-2,9.000-3.000-1,-9.000 4.000-1,5.000-1.000 0,-6.000 5.000 2,-8.000 1.000-4,9.000-5.000 1,-1.000 4.000-1,-12.000-1.000 1,7.000 2.000-1,1.000 8.000 0,-14.000 2.000 3,0.000-1.000-1,-4.000 5.000-2,6.000-9.000 0,-2.000-4.000 2,-4.000 4.000-2,10.000 3.000 1,-6.000 2.000-2,3.000-1.000 2,-2.000-2.000-2,6.000-11.000 1,-12.000 8.000 0,19.000-1.000 2,-14.000 7.000-2,-6.000-2.000 3,19.000 2.000-7,-12.000-6.000 8,-5.000 10.000-8,6.000-5.000 5,-6.000-5.000-1,4.000 5.000 0,-10.000 0.000 2,18.000-6.000-2,-4.000 11.000 0,-7.000-3.000 1,5.000-4.000-4,-2.000 2.000 3,-5.000 5.000 0,0.000-5.000 0,13.000 5.000 2,-12.000-5.000-2,4.000 0.000 0,-5.000 0.000 1,-5.000 5.000-2,13.000-4.000 1,-7.000 4.000 0,4.000 0.000 0,-6.000 0.000 0,3.000-6.000 0,10.000 6.000 0,-7.000 0.000 1,-5.000-4.000-2,13.000-2.000 1,-2.000 6.000 0,-16.000 0.000 4,18.000 0.000-4,-8.000 0.000 0,-4.000 0.000-3,12.000 0.000 6,-7.000 0.000-7,-1.000 0.000 5,-10.000-4.000-1,18.000 4.000 0,-8.000-6.000 3,-5.000 6.000-3,19.000 0.000 0,-14.000-5.000 0,-5.000 5.000-3,8.000 0.000 3,-3.000 0.000 0,0.000 0.000 3,-10.000 0.000-3,6.000 0.000-3,-6.000 0.000 3,13.000 0.000 0,-8.000-5.000 0,0.000 5.000 3,-5.000 0.000-3,5.000 0.000 0,-5.000 0.000 0,5.000 0.000 0,9.000 0.000-3,-14.000 0.000 3,10.000 0.000 0,-6.000 0.000 0,2.000 0.000 0,-6.000 0.000 3,0.000 0.000-3,4.000 0.000 0,10.000 0.000 0,-8.000 0.000 0,-2.000 0.000 1,-4.000 0.000-1,6.000 0.000 0,-6.000 0.000-1,4.000 0.000 2,10.000 0.000-1,-14.000 0.000 0,5.000 0.000 0,0.000 0.000 2,0.000 0.000-2,0.000 0.000 0,7.000 0.000 0,-5.000 5.000 0,-7.000 0.000 0,4.000-5.000 0,-4.000 0.000 0,0.000 0.000 3,0.000 0.000-3,0.000 0.000 0,0.000 0.000 4,0.000 0.000-3,0.000 0.000 1,0.000 0.000 5,0.000 0.000-1,-4.000 0.000 4,-35.000 0.000-10,-9.000 0.000 0,5.000 0.000 0,5.000 0.000-3,-12.000 6.000-6,-1.000-2.000 3,12.000 6.000 2,-1.000 0.000 3,7.000 0.000-3,-1.000 0.000-1,1.000 2.000-3,-6.000-9.000 5,7.000 1.000-4,-2.000-4.000 2,19.000 7.000 5,-9.000-2.000-4,3.000-5.000 4,4.000 5.000 0,7.000 0.000 2,-9.000-5.000-2,14.000 0.000-3,-10.000 5.000 3,-3.000 0.000 0,5.000 5.000 0,-8.000-10.000 0,10.000 4.000 0,1.000-4.000-1,-8.000 0.000 1,18.000 0.000 0,0.000 0.000-2,0.000 0.000 2,0.000 0.000 0,0.000 0.000-4,0.000 0.000 3,0.000 0.000 0,0.000 0.000-4,0.000 0.000 4,0.000 0.000-8,0.000 0.000 6,0.000 0.000 2,18.000 0.000-4,14.000 0.000 5,2.000 0.000 0,5.000 0.000 0,0.000-14.000 1,1.000 9.000-1,-8.000 5.000 0,2.000-5.000 3,5.000 5.000-2,-24.000 0.000-1,18.000 0.000 0,1.000 0.000 0,-1.000 0.000 1,1.000 0.000-1,1.000 0.000 3,-13.000 0.000-1,-6.000 0.000 0,13.000 0.000-2,-19.000 0.000 1,18.000 0.000 1,-18.000 0.000-3,19.000 10.000 2,-19.000 0.000-1,14.000-6.000 2,-14.000 6.000-1,-6.000-4.000-1,20.000 4.000 2,-18.000 0.000-2,12.000-5.000 0,-13.000 3.000-1,5.000-6.000 1,-5.000 3.000 1,7.000 0.000 2,-1.000-1.000-3,-5.000 2.000 0,-6.000 0.000 1,4.000-3.000-2,-4.000-3.000-1,0.000 0.000 2,0.000 0.000 3,0.000 7.000-2,0.000-7.000-1,0.000 0.000 3,0.000 0.000-3,0.000 0.000 0,0.000 0.000 0,0.000 0.000 1,0.000 0.000 9,0.000 0.000-9,0.000 0.000-1,0.000 0.000-28,-43.000 0.000-56,-1.000 15.000-9,6.000 14.000-27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0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-3.000 299.000 3,'0.000'20.000'6,"0.000"-5.000"-6,0.000-7.000 0,3.000-5.000 2,0.000-3.000-2,0.000 0.000 4,0.000 0.000 3,-3.000 0.000-2,2.000 0.000 5,-2.000 0.000-1,0.000 0.000-3,0.000 0.000 2,0.000 0.000-1,0.000 0.000 2,0.000 0.000 0,0.000 0.000 1,0.000 0.000 4,0.000 0.000-4,0.000 0.000 3,0.000 0.000 4,0.000 0.000-3,0.000 0.000 4,0.000 0.000-3,0.000 0.000 1,0.000 0.000 3,0.000 0.000-6,0.000 0.000 2,0.000 0.000 3,0.000 0.000-7,0.000 0.000 7,0.000 0.000 1,0.000 0.000-7,0.000 0.000 3,0.000 0.000-9,0.000 3.000 2,0.000-3.000-1,8.000 0.000-7,-2.000 2.000 5,-1.000-2.000-2,11.000 4.000 2,3.000-4.000 8,-3.000 0.000-6,9.000 0.000 0,0.000 0.000 5,10.000 0.000-3,6.000 0.000-2,0.000 0.000 3,0.000 0.000-7,0.000 0.000 5,-1.000-4.000-7,-2.000 2.000 1,3.000-4.000 4,0.000 3.000-5,0.000-2.000 0,-3.000-1.000 4,0.000 3.000-4,0.000 0.000 6,5.000-2.000-5,1.000-1.000 10,10.000 0.000 0,9.000 0.000-8,0.000 1.000 2,-1.000-1.000 4,4.000-1.000-7,4.000 2.000 8,-4.000 1.000-9,-3.000-2.000 3,-4.000 0.000 3,4.000 0.000-6,0.000 1.000-1,0.000-1.000 1,4.000-2.000 0,-2.000 2.000-1,-2.000-3.000 6,10.000 4.000-6,-7.000-4.000 6,-1.000 3.000-2,11.000 4.000 0,-7.000-3.000-3,10.000 1.000 2,-3.000-1.000-1,-1.000 1.000 1,-9.000-1.000-1,0.000 2.000-1,-3.000 0.000 1,-7.000 1.000-3,-5.000 2.000 0,2.000 0.000 0,-2.000 0.000 0,9.000 0.000 2,0.000 0.000 0,2.000 0.000 7,-2.000 0.000-8,-3.000 0.000-1,-1.000 0.000 7,-2.000 2.000-7,0.000 4.000 8,-8.000-1.000-8,8.000-1.000 5,-1.000 1.000 8,4.000 4.000-12,5.000-4.000 1,11.000 1.000 2,-7.000 0.000-2,13.000-4.000 11,0.000 4.000-8,-11.000-3.000 1,5.000 0.000 10,-4.000 3.000-14,-9.000-1.000 0,-1.000 1.000-2,1.000-1.000 4,-3.000 0.000 5,9.000 2.000-9,-3.000-2.000 8,7.000-1.000 5,-8.000-4.000-13,1.000 0.000 0,0.000 0.000 6,0.000 0.000-4,-4.000 0.000 7,-2.000 0.000-7,3.000 0.000 10,-3.000 0.000 0,3.000 0.000-11,3.000 0.000 3,-1.000 0.000 6,14.000 0.000-7,-7.000 0.000 13,13.000-12.000-10,-1.000-2.000 7,1.000 3.000 5,-3.000 2.000-14,5.000 0.000 6,5.000 3.000 4,-1.000-2.000-11,16.000-1.000 17,9.000 4.000-16,-6.000-4.000 4,10.000 4.000 5,-17.000 2.000-13,-9.000 3.000 0,-5.000 0.000 0,-4.000 0.000 2,-8.000 0.000 10,12.000 0.000-12,-12.000 0.000 2,8.000 0.000 6,-6.000 0.000-4,3.000 0.000-4,0.000 6.000 8,2.000 0.000-6,-5.000-5.000 4,-1.000 3.000-6,1.000 0.000 4,-3.000-3.000 11,-8.000-1.000-15,-2.000 6.000-2,-6.000-3.000 0,3.000 0.000 4,-1.000 0.000 10,-2.000-1.000-12,-4.000 2.000 2,4.000-2.000 4,0.000 1.000-3,-8.000-3.000-3,2.000 0.000 0,-7.000 3.000 0,-3.000-3.000 0,6.000 0.000 0,4.000 3.000 0,-2.000-3.000 0,11.000 0.000 0,0.000 0.000 0,0.000 0.000 0,3.000 0.000 0,7.000 0.000 0,-8.000 0.000 0,1.000 0.000 0,-3.000 0.000 0,-3.000 0.000 0,0.000 3.000 0,-11.000-3.000 0,14.000 0.000 0,0.000 2.000 0,0.000-2.000 0,19.000 4.000 0,-8.000 1.000 0,8.000-2.000 0,-3.000 5.000 0,3.000-3.000 0,-8.000 2.000 0,-1.000-2.000 0,-7.000 3.000 0,-3.000 1.000 0,5.000-3.000 0,-5.000 2.000 0,3.000-2.000 0,0.000 0.000 0,4.000 5.000 0,-1.000-5.000 0,-1.000 2.000 0,8.000-2.000 0,-7.000-3.000 0,0.000 0.000 0,9.000-3.000 0,-2.000 0.000 0,-7.000 0.000 0,3.000 0.000 0,4.000 0.000 0,5.000 0.000 0,1.000 0.000 0,3.000 0.000 0,-11.000 0.000 0,18.000 0.000 0,-7.000 0.000 0,-3.000 0.000 0,3.000 0.000 0,2.000 0.000 0,-5.000 0.000 0,3.000 0.000 0,-1.000 0.000 0,17.000 0.000 0,-10.000-3.000 0,-1.000 3.000 0,8.000-3.000 0,-3.000 3.000 0,-7.000 0.000 0,-4.000 0.000 0,1.000 0.000 0,-3.000 0.000 0,-8.000 0.000 0,-1.000 0.000 0,-1.000 0.000 0,4.000 0.000 0,-4.000 6.000 0,6.000-4.000 0,10.000 2.000 0,-6.000-4.000 0,5.000 0.000 0,-5.000 0.000 0,13.000 0.000 0,-4.000 0.000 0,7.000 0.000 0,-11.000 0.000 0,4.000 0.000 0,4.000 0.000 0,-11.000 0.000 0,7.000-12.000 0,7.000 4.000 0,3.000-7.000 0,2.000-1.000 0,4.000 1.000 0,-6.000 1.000 0,-14.000 0.000 0,1.000 3.000 0,-9.000 0.000 0,-5.000-1.000 0,-1.000 1.000 0,-4.000-1.000 0,0.000-2.000 0,-7.000 3.000 0,11.000-3.000 0,-10.000 3.000 0,-7.000 2.000 0,-2.000-2.000 0,-4.000 2.000 0,-4.000-3.000 0,-2.000 7.000 0,-3.000-4.000 0,-3.000 4.000 0,0.000-1.000 0,-7.000 3.000 0,7.000-2.000 0,-10.000-1.000 0,2.000 0.000 0,0.000-2.000 0,0.000 2.000 0,-5.000 5.000 0,3.000-4.000 0,1.000 2.000 0,2.000 1.000 0,-9.000-1.000 0,6.000 0.000 0,-3.000-3.000 0,-3.000 4.000 0,3.000 0.000 0,-3.000-2.000 0,2.000 2.000 0,9.000-2.000 0,-8.000 4.000 0,-1.000-5.000 0,-2.000 2.000 0,-3.000 3.000 0,-4.000-3.000 0,1.000 3.000 0,3.000 0.000 0,-4.000 0.000 0,1.000 0.000 0,3.000-3.000 0,3.000 3.000 0,6.000 0.000 0,-3.000 0.000 0,0.000 0.000 0,-3.000 0.000 0,0.000 0.000 0,-3.000 0.000 0,-5.000 0.000 0,0.000 0.000 0,-6.000 0.000 0,9.000 0.000 0,-12.000 0.000 0,4.000 0.000 0,5.000 0.000 0,-11.000 0.000 0,0.000 0.000 0,0.000 0.000 0,0.000-5.000 0,-35.000 2.000-48,-12.000 3.000-184,-26.000 0.000-43,4.000 14.000 76,-26.000 30.000-3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0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-3.000 299.000 3,'0.000'20.000'6,"0.000"-5.000"-6,0.000-7.000 0,3.000-5.000 2,0.000-3.000-2,0.000 0.000 4,0.000 0.000 3,-3.000 0.000-2,2.000 0.000 5,-2.000 0.000-1,0.000 0.000-3,0.000 0.000 2,0.000 0.000-1,0.000 0.000 2,0.000 0.000 0,0.000 0.000 1,0.000 0.000 4,0.000 0.000-4,0.000 0.000 3,0.000 0.000 4,0.000 0.000-3,0.000 0.000 4,0.000 0.000-3,0.000 0.000 1,0.000 0.000 3,0.000 0.000-6,0.000 0.000 2,0.000 0.000 3,0.000 0.000-7,0.000 0.000 7,0.000 0.000 1,0.000 0.000-7,0.000 0.000 3,0.000 0.000-9,0.000 3.000 2,0.000-3.000-1,8.000 0.000-7,-2.000 2.000 5,-1.000-2.000-2,11.000 4.000 2,3.000-4.000 8,-3.000 0.000-6,9.000 0.000 0,0.000 0.000 5,10.000 0.000-3,6.000 0.000-2,0.000 0.000 3,0.000 0.000-7,0.000 0.000 5,-1.000-4.000-7,-2.000 2.000 1,3.000-4.000 4,0.000 3.000-5,0.000-2.000 0,-3.000-1.000 4,0.000 3.000-4,0.000 0.000 6,5.000-2.000-5,1.000-1.000 10,10.000 0.000 0,9.000 0.000-8,0.000 1.000 2,-1.000-1.000 4,4.000-1.000-7,4.000 2.000 8,-4.000 1.000-9,-3.000-2.000 3,-4.000 0.000 3,4.000 0.000-6,0.000 1.000-1,0.000-1.000 1,4.000-2.000 0,-2.000 2.000-1,-2.000-3.000 6,10.000 4.000-6,-7.000-4.000 6,-1.000 3.000-2,11.000 4.000 0,-7.000-3.000-3,10.000 1.000 2,-3.000-1.000-1,-1.000 1.000 1,-9.000-1.000-1,0.000 2.000-1,-3.000 0.000 1,-7.000 1.000-3,-5.000 2.000 0,2.000 0.000 0,-2.000 0.000 0,9.000 0.000 2,0.000 0.000 0,2.000 0.000 7,-2.000 0.000-8,-3.000 0.000-1,-1.000 0.000 7,-2.000 2.000-7,0.000 4.000 8,-8.000-1.000-8,8.000-1.000 5,-1.000 1.000 8,4.000 4.000-12,5.000-4.000 1,11.000 1.000 2,-7.000 0.000-2,13.000-4.000 11,0.000 4.000-8,-11.000-3.000 1,5.000 0.000 10,-4.000 3.000-14,-9.000-1.000 0,-1.000 1.000-2,1.000-1.000 4,-3.000 0.000 5,9.000 2.000-9,-3.000-2.000 8,7.000-1.000 5,-8.000-4.000-13,1.000 0.000 0,0.000 0.000 6,0.000 0.000-4,-4.000 0.000 7,-2.000 0.000-7,3.000 0.000 10,-3.000 0.000 0,3.000 0.000-11,3.000 0.000 3,-1.000 0.000 6,14.000 0.000-7,-7.000 0.000 13,13.000-12.000-10,-1.000-2.000 7,1.000 3.000 5,-3.000 2.000-14,5.000 0.000 6,5.000 3.000 4,-1.000-2.000-11,16.000-1.000 17,9.000 4.000-16,-6.000-4.000 4,10.000 4.000 5,-17.000 2.000-13,-9.000 3.000 0,-5.000 0.000 0,-4.000 0.000 2,-8.000 0.000 10,12.000 0.000-12,-12.000 0.000 2,8.000 0.000 6,-6.000 0.000-4,3.000 0.000-4,0.000 6.000 8,2.000 0.000-6,-5.000-5.000 4,-1.000 3.000-6,1.000 0.000 4,-3.000-3.000 11,-8.000-1.000-15,-2.000 6.000-2,-6.000-3.000 0,3.000 0.000 4,-1.000 0.000 10,-2.000-1.000-12,-4.000 2.000 2,4.000-2.000 4,0.000 1.000-3,-8.000-3.000-3,2.000 0.000 0,-7.000 3.000 0,-3.000-3.000 0,6.000 0.000 0,4.000 3.000 0,-2.000-3.000 0,11.000 0.000 0,0.000 0.000 0,0.000 0.000 0,3.000 0.000 0,7.000 0.000 0,-8.000 0.000 0,1.000 0.000 0,-3.000 0.000 0,-3.000 0.000 0,0.000 3.000 0,-11.000-3.000 0,14.000 0.000 0,0.000 2.000 0,0.000-2.000 0,19.000 4.000 0,-8.000 1.000 0,8.000-2.000 0,-3.000 5.000 0,3.000-3.000 0,-8.000 2.000 0,-1.000-2.000 0,-7.000 3.000 0,-3.000 1.000 0,5.000-3.000 0,-5.000 2.000 0,3.000-2.000 0,0.000 0.000 0,4.000 5.000 0,-1.000-5.000 0,-1.000 2.000 0,8.000-2.000 0,-7.000-3.000 0,0.000 0.000 0,9.000-3.000 0,-2.000 0.000 0,-7.000 0.000 0,3.000 0.000 0,4.000 0.000 0,5.000 0.000 0,1.000 0.000 0,3.000 0.000 0,-11.000 0.000 0,18.000 0.000 0,-7.000 0.000 0,-3.000 0.000 0,3.000 0.000 0,2.000 0.000 0,-5.000 0.000 0,3.000 0.000 0,-1.000 0.000 0,17.000 0.000 0,-10.000-3.000 0,-1.000 3.000 0,8.000-3.000 0,-3.000 3.000 0,-7.000 0.000 0,-4.000 0.000 0,1.000 0.000 0,-3.000 0.000 0,-8.000 0.000 0,-1.000 0.000 0,-1.000 0.000 0,4.000 0.000 0,-4.000 6.000 0,6.000-4.000 0,10.000 2.000 0,-6.000-4.000 0,5.000 0.000 0,-5.000 0.000 0,13.000 0.000 0,-4.000 0.000 0,7.000 0.000 0,-11.000 0.000 0,4.000 0.000 0,4.000 0.000 0,-11.000 0.000 0,7.000-12.000 0,7.000 4.000 0,3.000-7.000 0,2.000-1.000 0,4.000 1.000 0,-6.000 1.000 0,-14.000 0.000 0,1.000 3.000 0,-9.000 0.000 0,-5.000-1.000 0,-1.000 1.000 0,-4.000-1.000 0,0.000-2.000 0,-7.000 3.000 0,11.000-3.000 0,-10.000 3.000 0,-7.000 2.000 0,-2.000-2.000 0,-4.000 2.000 0,-4.000-3.000 0,-2.000 7.000 0,-3.000-4.000 0,-3.000 4.000 0,0.000-1.000 0,-7.000 3.000 0,7.000-2.000 0,-10.000-1.000 0,2.000 0.000 0,0.000-2.000 0,0.000 2.000 0,-5.000 5.000 0,3.000-4.000 0,1.000 2.000 0,2.000 1.000 0,-9.000-1.000 0,6.000 0.000 0,-3.000-3.000 0,-3.000 4.000 0,3.000 0.000 0,-3.000-2.000 0,2.000 2.000 0,9.000-2.000 0,-8.000 4.000 0,-1.000-5.000 0,-2.000 2.000 0,-3.000 3.000 0,-4.000-3.000 0,1.000 3.000 0,3.000 0.000 0,-4.000 0.000 0,1.000 0.000 0,3.000-3.000 0,3.000 3.000 0,6.000 0.000 0,-3.000 0.000 0,0.000 0.000 0,-3.000 0.000 0,0.000 0.000 0,-3.000 0.000 0,-5.000 0.000 0,0.000 0.000 0,-6.000 0.000 0,9.000 0.000 0,-12.000 0.000 0,4.000 0.000 0,5.000 0.000 0,-11.000 0.000 0,0.000 0.000 0,0.000 0.000 0,0.000-5.000 0,-35.000 2.000-48,-12.000 3.000-184,-26.000 0.000-43,4.000 14.000 76,-26.000 30.000-3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39:13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22.000 4283.000 68,'-13.000'-3.000'27,"-2.000"3.000"-22,15.000 0.000 17,-5.000 0.000-2,5.000 0.000 0,-4.000 0.000-7,-2.000 0.000-4,6.000 0.000 3,-3.000 0.000 2,3.000 0.000-2,0.000 0.000 7,0.000 0.000-3,0.000 0.000 2,0.000 0.000 0,0.000 0.000 1,0.000 0.000 6,0.000 0.000-5,0.000 0.000-3,0.000 0.000 1,0.000 0.000-1,0.000 0.000 11,0.000 0.000-7,0.000 0.000-3,0.000 0.000 13,0.000 0.000-19,0.000 0.000 12,0.000 0.000 1,0.000 0.000-9,9.000 0.000 7,-5.000 0.000-8,5.000 0.000-2,15.000 0.000 8,-4.000 0.000-8,9.000 0.000 16,9.000 0.000-4,-14.000 0.000-12,-11.000 0.000 6,12.000 0.000-10,-16.000 0.000 7,14.000 0.000 7,2.000 0.000-23,-1.000 0.000 11,-6.000 0.000 5,11.000 0.000-12,-8.000 0.000 5,-9.000 0.000-1,17.000 0.000-1,-1.000 0.000 17,6.000 0.000-22,0.000-5.000 6,-6.000-3.000 4,6.000-1.000-8,10.000-4.000 10,-3.000 2.000-9,-2.000-1.000 1,5.000 2.000 12,2.000-5.000-12,32.000-5.000-4,25.000-15.000 14,84.000-26.000-10,101.000-33.000 9,108.000-26.000 12,128.000-30.000-27,106.000-23.000 0,163.000-20.000 0,143.000-25.000 0,172.000-29.000 0,180.000-25.000 0,159.000-11.000 0,147.000-27.000 0,190.000-25.000 0,179.000-17.000 0,172.000-23.000-90,165.000 18.000-150,96.000 30.000-126,25.000 52.000 142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2519.000 1091.000 112,'-5.000'0.000'6,"-6.000"0.000"1,11.000 0.000 15,0.000 0.000 2,0.000 0.000-13,0.000 0.000-5,0.000 0.000-1,0.000 0.000 5,0.000-9.000-1,0.000 1.000 0,0.000 2.000 1,0.000 0.000-3,0.000 0.000 4,0.000-2.000-3,4.000-1.000-3,3.000-3.000 1,-4.000 1.000-1,5.000-3.000-5,6.000-9.000 3,-8.000 5.000-3,16.000-5.000 5,-8.000 4.000-5,2.000-5.000 2,2.000-1.000 3,-3.000-7.000-3,18.000-1.000 3,-8.000 2.000 1,-3.000 3.000-5,-2.000 5.000 4,2.000 2.000-3,-6.000 4.000 0,4.000-3.000 4,-2.000-3.000-5,5.000-4.000 4,-4.000 5.000 0,6.000-1.000-3,-3.000 6.000 2,9.000-4.000-3,-4.000-1.000 0,-1.000-3.000 7,6.000 0.000-3,-4.000 0.000-4,6.000 8.000 4,-7.000 0.000-3,6.000-3.000 5,-8.000-4.000-3,8.000-1.000-2,0.000-2.000 7,6.000-2.000-6,2.000 4.000 3,4.000-2.000 2,1.000 2.000-8,-5.000 5.000 5,1.000-3.000-3,3.000 6.000 1,-1.000 1.000 4,0.000-3.000-5,-3.000 5.000 2,-5.000-3.000 1,-8.000 2.000-4,8.000 9.000 5,-11.000-4.000 0,4.000 0.000-5,0.000 1.000 4,-7.000 4.000 2,0.000 3.000-6,0.000-1.000 0,-6.000 0.000-1,7.000 0.000 4,-1.000 1.000 2,7.000 2.000-5,-3.000-4.000 8,-4.000 4.000-5,1.000 0.000-2,-1.000 0.000 5,-4.000 0.000-4,2.000 0.000 4,0.000 0.000-7,2.000 0.000 5,3.000 0.000 4,8.000 0.000-6,-6.000 4.000-3,4.000 1.000 6,-4.000 6.000-5,-1.000-2.000 4,3.000 3.000-3,-4.000-2.000 1,-3.000-4.000 5,4.000 3.000-7,0.000 3.000 7,-14.000-7.000 0,7.000 5.000-6,1.000-2.000 3,-7.000-2.000-2,-2.000 2.000 1,7.000 3.000 2,-8.000-5.000-4,-2.000 2.000 3,6.000 4.000-4,-8.000-5.000 5,0.000 4.000-3,6.000 1.000 0,-5.000-1.000-3,4.000 3.000 6,-5.000 0.000-6,-1.000-2.000 1,6.000-1.000-1,-5.000 1.000 4,-4.000-1.000-1,1.000 1.000-3,4.000-1.000 0,0.000 3.000 0,-4.000 1.000 0,0.000 3.000 0,4.000 1.000 4,-4.000-1.000-1,0.000-4.000-3,-3.000 4.000 0,0.000-4.000 0,0.000-2.000 0,0.000 4.000 0,0.000 5.000 2,0.000-1.000-2,0.000 4.000 2,0.000 1.000 1,0.000-2.000-3,0.000 3.000 0,0.000-3.000 2,0.000-4.000 1,-3.000 2.000-2,0.000-1.000-2,3.000-6.000 2,-10.000 0.000 0,10.000 4.000-1,-6.000-2.000 0,-5.000-1.000 2,8.000-2.000-2,3.000-8.000 2,0.000 1.000-4,-2.000-4.000 4,2.000-2.000 1,0.000 0.000-3,0.000 3.000 0,0.000-3.000 2,-4.000 0.000-2,4.000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0,9.000 0.000 2,18.000 0.000 5,-5.000 0.000 6,3.000 0.000-13,1.000 0.000 2,12.000 0.000 5,20.000-3.000-5,9.000-12.000 19,7.000 1.000-12,-4.000-1.000-1,4.000 3.000 1,6.000-3.000-9,-11.000 3.000 6,-5.000 3.000 0,-3.000 3.000-2,-7.000 0.000-4,-4.000-2.000 0,6.000 0.000 2,-9.000-1.000 5,5.000 3.000-2,-8.000 4.000 0,-6.000-2.000-3,-6.000 4.000 0,3.000-2.000 0,-2.000 2.000 2,-8.000 0.000-4,0.000 0.000 9,10.000 0.000-7,-9.000 0.000 2,12.000 0.000-1,-9.000 0.000-3,6.000 0.000 3,1.000 0.000 1,-5.000 6.000-4,7.000 0.000 7,-2.000 2.000-7,-11.000 0.000 0,8.000 1.000 2,-5.000 5.000-2,-6.000-5.000 0,8.000 3.000-2,-5.000 3.000 4,-3.000-3.000 0,-2.000 3.000 0,2.000-1.000-2,0.000 4.000 0,0.000 0.000 0,-6.000-4.000 0,0.000 3.000-2,4.000 0.000 2,-9.000 3.000 8,9.000-2.000-8,-1.000 3.000 0,-6.000-7.000 0,-3.000 2.000 2,6.000 5.000-4,-10.000-4.000 2,6.000 6.000 0,-8.000-3.000 7,6.000-2.000-6,-4.000-2.000-1,-2.000 2.000 0,-4.000 1.000 0,2.000 2.000 0,-2.000-1.000 0,0.000 0.000 0,0.000 6.000 8,0.000 1.000-8,0.000-2.000 0,0.000 3.000 0,0.000-4.000 2,0.000-6.000-2,-2.000 4.000 0,-5.000 1.000 0,-4.000-2.000 8,5.000 1.000-8,1.000-3.000 0,-6.000-4.000 0,9.000 0.000 1,-4.000-7.000-2,-2.000-2.000 1,6.000 0.000 0,2.000 0.000 1,-4.000-4.000-1,4.000 2.000 0,0.000-2.000 2,0.000-2.000 0,0.000 0.000-2,0.000 0.000 0,0.000 0.000 0,0.000 0.000 0,0.000 0.000 2,0.000 0.000-2,0.000 0.000 0,0.000 0.000-2,0.000 0.000 0,0.000 0.000 0,0.000 0.000 1,0.000 0.000-3,0.000 0.000-6,4.000 6.000 10,14.000-3.000 0,2.000 3.000 4,2.000 0.000-4,14.000-6.000 0,0.000 2.000 2,-3.000-2.000 6,22.000 0.000-8,-10.000 4.000 0,7.000 1.000 3,-5.000 7.000-1,-3.000 2.000-2,-2.000 1.000 2,0.000 1.000-2,-8.000-1.000 8,-5.000-3.000-8,0.000 3.000 0,0.000-1.000-1,-5.000 8.000 1,6.000-2.000-3,-4.000 7.000 3,-4.000 1.000 0,0.000 1.000 4,0.000 3.000-4,-8.000 2.000 0,4.000 0.000 0,-8.000 3.000 6,6.000 4.000-8,3.000-4.000 2,-6.000 5.000 0,-4.000-5.000 4,5.000 3.000 0,-8.000-1.000-4,0.000-6.000 6,1.000 10.000-6,-4.000-9.000 0,-3.000 3.000 2,0.000 3.000-2,0.000-2.000 10,0.000-6.000-10,0.000 2.000 0,0.000 4.000 4,0.000-7.000-3,-14.000 3.000 3,3.000-2.000-4,-5.000 4.000 0,-10.000 1.000 10,-3.000-2.000-10,0.000 8.000 0,-3.000 2.000 4,-6.000-5.000-2,3.000 9.000-2,-5.000-3.000 0,-10.000-5.000 0,8.000-1.000 2,-2.000-3.000-2,0.000 0.000 0,-8.000 4.000-2,5.000-1.000 4,-15.000-1.000-4,15.000 0.000 2,3.000-6.000-2,-2.000-3.000 0,21.000-7.000-2,2.000-6.000 4,7.000-6.000-2,10.000-2.000 2,-7.000 6.000-2,10.000-9.000 0,3.000-1.000 2,0.000 1.000-2,0.000-6.000 0,0.000 0.000 2,0.000 0.000-2,0.000 0.000-1,0.000 0.000 1,0.000 0.000-4,0.000 0.000 4,0.000 0.000-2,0.000 5.000 4,0.000 5.000 0,20.000-6.000 0,-4.000 6.000 4,2.000-2.000-8,5.000 3.000 6,2.000-2.000-2,14.000 3.000 8,-15.000 0.000-8,10.000-3.000 0,-10.000 4.000 2,2.000 4.000 2,0.000-3.000-4,-11.000 4.000 0,2.000 0.000 0,-1.000 1.000 0,-7.000 2.000 0,7.000 7.000 0,-3.000 1.000 5,-6.000 6.000-3,6.000 2.000 0,-4.000 4.000-2,-7.000 1.000 0,6.000 0.000 6,-8.000 5.000-6,0.000-1.000 0,0.000 4.000 2,-10.000 1.000-2,-10.000 1.000 0,9.000 0.000 0,-9.000-6.000 2,1.000 6.000-2,-4.000-10.000 0,1.000 4.000 0,-4.000 1.000 0,0.000-7.000 6,-2.000 10.000-8,-7.000-11.000 2,-4.000 5.000 0,4.000-8.000 6,10.000-5.000-6,0.000 2.000-2,-11.000 1.000 2,-6.000 3.000 0,1.000-2.000 4,2.000-3.000-4,-5.000 2.000 0,3.000 4.000 2,-10.000-1.000-2,2.000 1.000 0,5.000-1.000 6,-3.000-3.000-4,-9.000-2.000-2,9.000 2.000 0,-10.000-2.000 2,-1.000-3.000 12,-5.000 4.000-14,-8.000-6.000 0,-5.000 5.000 7,-18.000 3.000-7,5.000-3.000 0,-10.000 2.000 0,-4.000-2.000 0,2.000-1.000 2,9.000 1.000-2,-5.000-6.000 0,1.000-1.000 4,-9.000 2.000 0,-6.000-2.000-2,-4.000-2.000-2,-7.000 4.000 0,11.000-5.000 2,6.000-5.000-2,2.000-2.000-2,-9.000-4.000-2,12.000-4.000 6,5.000-7.000-4,-6.000 0.000 2,7.000 0.000 0,12.000 0.000 2,-2.000 0.000-2,1.000-4.000 0,3.000-7.000-2,11.000-4.000 2,-8.000-2.000 0,0.000-7.000 0,4.000-7.000 0,2.000 3.000 0,4.000-7.000 0,1.000 1.000 0,-6.000-1.000 0,12.000 4.000 0,7.000 2.000 0,-3.000 3.000 2,2.000 0.000 0,10.000 3.000 0,2.000-3.000-2,-5.000 0.000 0,5.000 0.000-4,-3.000-5.000 8,-6.000-1.000-4,4.000 4.000 0,-9.000-8.000 2,16.000 5.000 0,-2.000-1.000 0,0.000 4.000-2,1.000 0.000 0,5.000 1.000-2,8.000 1.000 0,3.000 4.000 0,3.000-7.000 2,-5.000 2.000 0,5.000-2.000-2,2.000 1.000-4,11.000-1.000 6,-4.000 4.000-4,10.000-2.000 4,3.000 2.000-2,0.000 2.000 2,0.000 3.000-3,0.000 3.000 1,0.000-1.000 0,0.000-2.000 0,0.000 3.000 4,0.000-9.000-4,14.000 10.000 2,-5.000-9.000 0,-7.000 11.000-2,12.000-1.000 2,-11.000 7.000 0,-3.000 8.000-2,3.000 0.000 4,-3.000 0.000 0,0.000 0.000-2,0.000 0.000 0,0.000 0.000 4,0.000 0.000 1,0.000 0.000-5,0.000 0.000 0,0.000 0.000 0,0.000 0.000 0,0.000 0.000 0,0.000 0.000 0,0.000 0.000 0,0.000 0.000 0,0.000 0.000 0,0.000 0.000 0,11.000 0.000 0,-11.000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2,-14.000 0.000-2,-3.000 0.000 0,2.000 3.000 4,-14.000-1.000-8,7.000 1.000 2,-13.000 1.000 2,9.000 2.000-2,-12.000-1.000 4,-4.000 1.000-4,-9.000 2.000 0,-9.000 1.000 0,-3.000 3.000 2,-15.000-4.000-5,-4.000 4.000 3,-12.000-1.000 2,11.000 1.000-6,-5.000-9.000 6,5.000 3.000-4,-1.000-4.000 4,8.000-2.000 0,-2.000 0.000-6,11.000 0.000 6,1.000-8.000 0,3.000-7.000-2,5.000-6.000 0,0.000 5.000-4,0.000-7.000 6,8.000-1.000-2,-2.000 2.000 0,10.000-7.000 0,11.000 2.000 0,-1.000-4.000-2,6.000 0.000 4,4.000 0.000-6,-3.000-6.000 6,-4.000-5.000-2,9.000 1.000 2,1.000-7.000-6,4.000 9.000 6,-4.000-2.000-2,3.000-5.000 0,5.000 11.000-3,6.000-3.000 5,1.000 2.000-2,4.000-8.000-4,-2.000 1.000 4,2.000-5.000 2,0.000-4.000-2,0.000-1.000 0,0.000-4.000 0,0.000 3.000 2,0.000-1.000-2,0.000 9.000 2,8.000-8.000-4,8.000 5.000 4,4.000 2.000-2,2.000-1.000 2,0.000 5.000 0,-3.000 0.000 0,3.000-1.000-4,0.000 5.000 4,2.000-3.000-4,5.000 3.000 4,-4.000 1.000 0,0.000 10.000-4,-6.000 1.000 7,4.000 4.000-3,-10.000 6.000 0,-4.000 3.000-3,2.000 6.000 3,-9.000 4.000 0,-2.000 4.000 0,0.000-2.000-2,0.000 2.000 2,0.000 0.000 0,0.000 0.000 2,0.000 0.000 1,0.000 0.000-3,0.000 0.000 1,0.000 0.000 1,0.000 0.000 4,0.000 0.000-6,0.000 0.000 2,0.000 0.000 6,0.000 0.000-8,0.000 0.000 0,-6.000 0.000 0,-1.000-5.000 4,-6.000-5.000-4,1.000-5.000 0,-8.000-1.000 0,-4.000-10.000-2,-10.000-6.000 4,6.000-5.000-2,-8.000-7.000 0,5.000-1.000-2,2.000-1.000 0,2.000-3.000-4,3.000 3.000 6,8.000 11.000-2,0.000 6.000 2,10.000-3.000 0,-7.000 0.000-4,4.000 1.000 4,-1.000-4.000-2,6.000 4.000 2,4.000-6.000 0,0.000 11.000-2,0.000-6.000 2,0.000-2.000-6,0.000 2.000 6,0.000-2.000-4,0.000-6.000 2,0.000-4.000 2,4.000-8.000-2,15.000-8.000 2,0.000-1.000 0,3.000-2.000-3,12.000 1.000 3,-7.000 6.000-2,6.000 4.000 2,-6.000 7.000 0,9.000 7.000-10,-8.000 4.000 10,14.000 2.000-4,-1.000-3.000 4,14.000-2.000-2,6.000-5.000 1,6.000-1.000 1,-3.000 2.000 0,3.000-3.000-5,-13.000 15.000 5,1.000 4.000 0,-11.000 2.000 0,1.000 5.000-2,-7.000 1.000 2,-2.000 3.000-2,2.000 3.000 2,0.000-7.000 0,4.000 3.000 2,6.000-1.000 0,-5.000-1.000 0,-1.000 3.000-2,-6.000-1.000 4,2.000 3.000-2,-9.000 1.000-2,0.000 2.000 0,-3.000 0.000 4,1.000 3.000-4,-5.000 1.000 2,8.000 0.000 4,-2.000-4.000-6,-5.000 3.000 5,-1.000 0.000-3,7.000-3.000 0,-6.000 3.000 4,2.000 0.000 0,0.000 1.000-6,-5.000 0.000 0,2.000 1.000 0,-3.000 4.000 4,0.000-2.000-4,20.000 2.000 0,-6.000-3.000 6,-2.000 3.000-6,7.000-3.000 0,4.000 3.000 2,2.000 0.000 0,-3.000 0.000 2,1.000 0.000-2,-4.000 0.000-2,-2.000 0.000 2,-8.000 0.000 0,-6.000 0.000-2,-2.000 0.000 0,-1.000 0.000 2,0.000 0.000-4,0.000 0.000 6,-6.000 3.000-6,13.000 0.000 2,-12.000 3.000 0,-1.000-4.000 0,5.000 5.000 0,4.000-6.000 0,-9.000 5.000 4,9.000 0.000-4,-3.000 0.000 0,-3.000 1.000 0,4.000-3.000 0,-5.000 3.000 0,1.000-1.000-2,0.000 2.000 2,-7.000-2.000 0,4.000 2.000 0,0.000 1.000 0,-6.000-4.000-2,-1.000 1.000 2,4.000-3.000 0,-7.000 3.000 0,2.000 0.000 0,-1.000-1.000 6,9.000 1.000-6,-10.000 4.000 0,1.000-2.000 0,3.000-3.000 1,-7.000 5.000-1,3.000-6.000 0,3.000 2.000 2,-4.000 2.000 4,-2.000-4.000-6,4.000-1.000 0,-4.000 2.000 0,0.000 1.000 0,7.000-3.000 0,-4.000 0.000 0,-3.000-1.000 0,2.000-2.000 4,-2.000 4.000-4,0.000-1.000 0,0.000 0.000 0,0.000-1.000 2,0.000 2.000-4,0.000-4.000 2,0.000 2.000 0,0.000 2.000 0,4.000 1.000 4,-4.000-2.000-6,0.000-1.000 2,0.000 1.000 0,0.000-3.000 0,0.000 0.000-2,0.000 6.000 2,0.000-6.000 6,0.000 0.000-6,0.000 6.000 0,0.000 0.000 0,0.000 2.000-2,0.000-2.000-2,0.000 0.000 4,0.000-3.000 0,0.000-1.000 4,0.000-2.000-4,0.000 0.000 2,0.000 0.000-2,0.000 0.000-29,0.000 0.000-88,-26.000 23.000-123,-10.000 14.000-28,5.000-18.000-12</inkml:trace>
  <inkml:trace contextRef="#ctx0" brushRef="#br0">7795.000 4949.000 41,'9.000'-7.000'21,"-5.000"-3.000"-2,10.000 3.000 3,-5.000 4.000-4,-5.000-1.000-4,-4.000 0.000 4,4.000 0.000 0,-4.000 1.000 1,0.000 3.000 9,0.000 0.000-4,0.000 0.000 5,0.000 0.000 2,0.000 0.000-6,0.000 0.000-2,-4.000 0.000-9,-18.000 0.000-8,9.000 0.000 7,-9.000 0.000-8,-5.000 0.000 1,-1.000 0.000 5,-6.000 0.000-3,-15.000 7.000-1,10.000 17.000-4,-10.000 12.000-2,-4.000 8.000 6,10.000 3.000-7,-2.000 9.000 0,10.000 3.000 0,4.000 1.000 4,9.000 3.000-8,-1.000 6.000 4,19.000 2.000 0,-5.000 3.000 0,9.000 3.000 0,0.000-2.000 0,0.000-7.000 3,13.000-9.000-3,14.000-7.000 0,13.000-11.000 3,-1.000-2.000-3,1.000-8.000 4,13.000-11.000-2,14.000-4.000-2,-9.000-11.000 7,11.000-2.000-3,3.000-3.000 5,-2.000 0.000-1,1.000 0.000 7,-1.000-11.000 2,-4.000-17.000-11,1.000-16.000-2,2.000-8.000 4,-15.000-8.000 0,3.000-3.000 0,-3.000-5.000 1,-15.000 1.000 1,10.000-1.000 7,-18.000 9.000-14,9.000 3.000 19,-19.000 13.000-3,1.000 3.000-5,5.000-1.000 6,-4.000-6.000-6,-15.000 11.000 8,-8.000 1.000 6,0.000-9.000-17,0.000-4.000-3,0.000-3.000 1,-8.000-1.000-7,-23.000 4.000 4,1.000 0.000-6,-2.000 12.000 4,-5.000 5.000-4,-1.000 3.000 5,-15.000 8.000-5,-5.000 4.000 8,-17.000 8.000-6,9.000 8.000 2,-14.000 0.000-2,22.000 0.000-2,1.000 0.000 0,23.000 0.000 0,2.000 0.000 0,6.000 0.000 0,4.000 0.000-10,-5.000 0.000 6,14.000 0.000-41,-9.000 0.000-19,-1.000 0.000-26,11.000 0.000-36,-2.000 0.000 11,14.000 5.000 2,0.000 14.000-46</inkml:trace>
  <inkml:trace contextRef="#ctx0" brushRef="#br0">9115.000 5860.000 60,'0.000'-12.000'13,"0.000"-4.000"7,15.000-1.000 8,11.000-2.000-8,4.000-5.000-2,5.000 4.000-3,1.000 2.000 1,8.000-3.000-7,-8.000 9.000 4,-6.000 2.000 3,5.000 1.000-8,10.000 1.000 0,-11.000 0.000 3,20.000-1.000 2,-9.000 5.000-1,2.000-3.000-9,6.000 7.000 11,-7.000 0.000-9,-4.000 0.000 0,8.000 0.000 0,-15.000 0.000 1,18.000 0.000 7,-18.000 15.000-6,5.000 6.000 1,-8.000-2.000 2,-2.000 7.000-1,-4.000-4.000-6,-3.000 6.000 6,-11.000-5.000-3,-7.000 5.000-2,5.000 0.000 5,-10.000 5.000-6,0.000 6.000 12,-15.000 12.000-5,-20.000 6.000 16,-13.000 5.000-11,-6.000-3.000-5,12.000 15.000-2,-16.000-16.000 1,9.000-6.000-6,-1.000-12.000 9,11.000-17.000-10,-6.000-2.000 4,10.000-17.000 0,-13.000 0.000-3,8.000-4.000 6,-5.000 0.000-4,10.000-21.000-3,5.000-22.000 3,-4.000-13.000-5,10.000 0.000 0,2.000 1.000 0,18.000-1.000-2,4.000 12.000 0,0.000-6.000 1,0.000-2.000-4,0.000 2.000 5,18.000 4.000-44,17.000 10.000-39,0.000 12.000-6,18.000 20.000-17,0.000 4.000-56</inkml:trace>
  <inkml:trace contextRef="#ctx0" brushRef="#br0">9340.000 5836.000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0.000-38,19.000 0.000-30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37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-6.000 1121.000 17,'0.000'-2.000'33,"0.000"-12.000"-29,0.000 10.000 2,0.000 0.000 3,5.000 0.000-1,-5.000 4.000-2,0.000 0.000-1,10.000 0.000 3,-6.000-4.000 0,-4.000 0.000 1,4.000 0.000 0,-4.000 0.000-5,4.000 1.000 2,-4.000-2.000 0,4.000 5.000 0,10.000-8.000 2,-6.000 0.000-1,0.000-4.000-1,11.000 4.000 3,-14.000-3.000-8,13.000 2.000 2,-14.000-2.000 1,4.000 3.000-4,2.000-5.000 5,-5.000 6.000-1,-2.000-2.000 0,5.000 5.000 2,-8.000 1.000-6,5.000-2.000 2,5.000 5.000 1,2.000-8.000-3,-7.000 5.000 2,5.000-5.000-1,-2.000 0.000 0,0.000-1.000 2,-3.000 3.000-2,12.000 1.000 1,2.000-8.000 3,-11.000 10.000-3,1.000-5.000 2,-6.000 4.000-3,8.000-4.000 2,2.000-5.000-1,-13.000 10.000-1,18.000-8.000 0,-6.000 3.000 2,-12.000 4.000-1,18.000-4.000 2,-13.000-1.000-2,-2.000 7.000 2,16.000-11.000-1,-11.000-3.000-2,10.000 0.000-1,-5.000 0.000 2,9.000 0.000 0,-14.000 4.000-1,7.000 2.000-1,-7.000-1.000 3,-4.000 1.000 0,14.000 2.000-2,-10.000 3.000-1,11.000-3.000 2,-11.000 0.000-2,-3.000 0.000 3,5.000 1.000-1,-2.000-6.000-2,0.000 2.000 1,6.000 6.000-1,-9.000-7.000 0,-2.000 4.000 1,6.000 0.000-1,1.000 0.000 3,-6.000 5.000-2,4.000-2.000 1,-3.000-2.000-2,-1.000 2.000 2,-4.000 2.000-2,15.000-2.000 0,-7.000 2.000 0,-8.000-2.000 2,3.000 2.000-2,-3.000 3.000 0,0.000 0.000 1,0.000 0.000 0,0.000 0.000-1,0.000 0.000 3,0.000 0.000-3,-3.000 0.000-14,-29.000 0.000-15,-7.000 24.000 5,-6.000-1.000 11,-4.000 10.000-6,15.000-2.000 3,-9.000 1.000 6,1.000 9.000 5,-14.000-2.000 4,16.000 8.000-3,-10.000-4.000-1,2.000-7.000 3,27.000-12.000 1,3.000-5.000 0,9.000-10.000 1,-4.000-9.000 1,13.000 0.000-1,0.000 0.000 0,0.000 0.000 0,-5.000 0.000 2,5.000 0.000-2,0.000 0.000 0,0.000 0.000 0,0.000-3.000 4,0.000-13.000 8,18.000-10.000-2,9.000 4.000 2,-11.000-2.000 2,16.000 1.000-7,-1.000 0.000-4,5.000-6.000 4,-16.000 9.000 1,26.000-1.000 2,-20.000-2.000-4,9.000-5.000 1,-4.000 4.000 3,10.000-4.000-5,-2.000 0.000-2,-12.000 9.000 2,3.000-1.000-3,1.000 4.000 2,-5.000-3.000 2,1.000 3.000-5,0.000 0.000 4,-4.000 4.000-5,-15.000 4.000 0,0.000 4.000 3,-8.000 4.000-3,10.000 0.000 4,-10.000 0.000-2,0.000 0.000 1,0.000 0.000 4,-23.000 12.000-6,-25.000 24.000-1,4.000-1.000-1,-5.000 1.000-1,-1.000 7.000 1,8.000-5.000 1,1.000 0.000 0,-2.000-2.000 0,2.000-8.000 0,11.000-5.000-1,17.000-11.000 1,2.000-3.000 0,8.000-9.000 1,3.000 0.000-1,0.000 0.000-2,0.000 0.000 1,0.000 0.000-2,0.000 0.000 1,0.000 0.000 1,0.000-15.000 1,27.000-14.000 10,13.000 1.000 1,-5.000-10.000 1,4.000 2.000 0,10.000-2.000 1,-10.000 2.000-3,10.000 5.000-2,-4.000 6.000-6,-6.000-1.000 11,11.000 0.000-12,-15.000 4.000 4,-1.000 3.000 0,7.000-6.000-1,-20.000 6.000-1,16.000 2.000 2,-21.000 1.000-3,10.000 5.000 5,1.000-2.000-4,-9.000 1.000-2,-1.000 1.000 5,6.000-5.000-2,7.000-2.000-1,-7.000 3.000-1,4.000-1.000 0,-5.000 4.000 2,-6.000 1.000-4,7.000-4.000 1,-1.000 3.000-1,-9.000-1.000 1,5.000 2.000-1,1.000 6.000 0,-11.000 2.000 3,0.000-1.000-1,-3.000 4.000-2,4.000-7.000 0,-1.000-3.000 2,-3.000 3.000-2,8.000 2.000 1,-5.000 2.000-2,2.000-1.000 2,-1.000-2.000-2,4.000-8.000 1,-9.000 6.000 0,15.000-1.000 2,-11.000 6.000-2,-5.000-2.000 3,16.000 2.000-7,-11.000-5.000 8,-3.000 8.000-8,5.000-4.000 5,-6.000-4.000-1,4.000 4.000 0,-8.000 0.000 2,15.000-4.000-2,-4.000 8.000 0,-6.000-3.000 1,5.000-2.000-4,-2.000 1.000 3,-4.000 4.000 0,0.000-4.000 0,10.000 4.000 2,-9.000-4.000-2,3.000 0.000 0,-4.000 0.000 1,-4.000 4.000-2,10.000-3.000 1,-5.000 3.000 0,3.000 0.000 0,-5.000 0.000 0,2.000-5.000 0,9.000 5.000 0,-6.000 0.000 1,-4.000-3.000-2,10.000-2.000 1,-1.000 5.000 0,-13.000 0.000 4,14.000 0.000-4,-6.000 0.000 0,-3.000 0.000-3,9.000 0.000 6,-5.000 0.000-7,-1.000 0.000 5,-8.000-3.000-1,14.000 3.000 0,-6.000-5.000 3,-4.000 5.000-3,15.000 0.000 0,-11.000-4.000 0,-4.000 4.000-3,6.000 0.000 3,-2.000 0.000 0,0.000 0.000 3,-8.000 0.000-3,5.000 0.000-3,-5.000 0.000 3,10.000 0.000 0,-6.000-4.000 0,0.000 4.000 3,-4.000 0.000-3,4.000 0.000 0,-4.000 0.000 0,4.000 0.000 0,7.000 0.000-3,-11.000 0.000 3,8.000 0.000 0,-5.000 0.000 0,2.000 0.000 0,-5.000 0.000 3,0.000 0.000-3,3.000 0.000 0,8.000 0.000 0,-6.000 0.000 0,-2.000 0.000 1,-3.000 0.000-1,5.000 0.000 0,-5.000 0.000-1,3.000 0.000 2,8.000 0.000-1,-11.000 0.000 0,4.000 0.000 0,0.000 0.000 2,0.000 0.000-2,0.000 0.000 0,6.000 0.000 0,-5.000 4.000 0,-5.000 0.000 0,3.000-4.000 0,-3.000 0.000 0,0.000 0.000 3,0.000 0.000-3,0.000 0.000 0,0.000 0.000 4,0.000 0.000-3,0.000 0.000 1,0.000 0.000 5,0.000 0.000-1,-3.000 0.000 4,-28.000 0.000-10,-7.000 0.000 0,4.000 0.000 0,4.000 0.000-3,-10.000 5.000-6,0.000-2.000 3,9.000 5.000 2,-1.000 0.000 3,6.000 0.000-3,-1.000 0.000-1,1.000 1.000-3,-5.000-6.000 5,5.000 0.000-4,-1.000-3.000 2,15.000 5.000 5,-7.000-1.000-4,3.000-4.000 4,2.000 4.000 0,6.000 0.000 2,-7.000-4.000-2,11.000 0.000-3,-8.000 4.000 3,-2.000 0.000 0,4.000 4.000 0,-7.000-8.000 0,8.000 3.000 0,1.000-3.000-1,-6.000 0.000 1,14.000 0.000 0,0.000 0.000-2,0.000 0.000 2,0.000 0.000 0,0.000 0.000-4,0.000 0.000 3,0.000 0.000 0,0.000 0.000-4,0.000 0.000 4,0.000 0.000-8,0.000 0.000 6,0.000 0.000 2,14.000 0.000-4,12.000 0.000 5,1.000 0.000 0,4.000 0.000 0,0.000-11.000 1,0.000 7.000-1,-5.000 4.000 0,1.000-4.000 3,4.000 4.000-2,-19.000 0.000-1,14.000 0.000 0,1.000 0.000 0,-1.000 0.000 1,1.000 0.000-1,1.000 0.000 3,-11.000 0.000-1,-4.000 0.000 0,10.000 0.000-2,-15.000 0.000 1,14.000 0.000 1,-14.000 0.000-3,15.000 8.000 2,-15.000 0.000-1,11.000-5.000 2,-11.000 5.000-1,-5.000-3.000-1,16.000 3.000 2,-14.000 0.000-2,9.000-4.000 0,-10.000 2.000-1,4.000-4.000 1,-4.000 2.000 1,6.000 0.000 2,-2.000-1.000-3,-3.000 2.000 0,-5.000-1.000 1,3.000-1.000-2,-3.000-3.000-1,0.000 0.000 2,0.000 0.000 3,0.000 5.000-2,0.000-5.000-1,0.000 0.000 3,0.000 0.000-3,0.000 0.000 0,0.000 0.000 0,0.000 0.000 1,0.000 0.000 9,0.000 0.000-9,0.000 0.000-1,0.000 0.000-28,-34.000 0.000-56,-1.000 12.000-9,5.000 11.000-27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1:32"/>
    </inkml:context>
    <inkml:brush xml:id="br0">
      <inkml:brushProperty name="width" value="0.46667" units="cm"/>
      <inkml:brushProperty name="height" value="0.46667" units="cm"/>
      <inkml:brushProperty name="color" value="#44546a"/>
      <inkml:brushProperty name="fitToCurve" value="1"/>
    </inkml:brush>
  </inkml:definitions>
  <inkml:trace contextRef="#ctx0" brushRef="#br0">37.000 1374.000 101,'-13.000'-3.000'3,"-4.000"0.000"0,3.000-3.000 24,14.000-3.000-7,0.000-9.000-11,0.000-4.000 1,17.000-1.000 0,3.000-4.000 5,4.000-4.000-5,10.000-2.000 5,-2.000-3.000-6,20.000-12.000 5,0.000-6.000-1,29.000-12.000-6,3.000 0.000 4,12.000-3.000 0,14.000-3.000-4,14.000-1.000 5,20.000 1.000-1,26.000 0.000-4,1.000 12.000-1,6.000 5.000-6,-21.000 17.000 0,-5.000 11.000 0,-10.000 15.000 3,-14.000 12.000-4,-17.000 0.000 1,-23.000 20.000 0,-24.000 20.000 2,1.000 10.000-1,-24.000 2.000 5,-16.000 2.000 7,-15.000 6.000-8,-9.000 4.000 7,-3.000 7.000 3,-44.000 8.000-1,-19.000 8.000-2,-12.000 4.000-9,-12.000-4.000 1,-3.000 5.000 2,-11.000-10.000-5,7.000-10.000 7,17.000-18.000-5,3.000-21.000-2,17.000-17.000 10,16.000-16.000 1,15.000 0.000-3,-5.000-43.000-2,7.000-23.000-6,13.000-24.000-1,14.000-22.000-1,0.000-11.000 1,54.000-9.000-2,30.000 3.000 1,32.000-1.000-1,46.000 1.000 0,35.000-1.000-10,40.000-2.000-23,23.000 15.000-61,21.000 26.000-21,7.000 25.000-94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3F17CDBF-85AD-434C-8603-A28338294D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C1B8FE26-C869-4925-9C4B-CD83572640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iagBrick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png"/><Relationship Id="rId7" Type="http://schemas.openxmlformats.org/officeDocument/2006/relationships/customXml" Target="../ink/ink4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customXml" Target="../ink/ink9.xml"/><Relationship Id="rId8" Type="http://schemas.openxmlformats.org/officeDocument/2006/relationships/image" Target="../media/image11.png"/><Relationship Id="rId7" Type="http://schemas.openxmlformats.org/officeDocument/2006/relationships/customXml" Target="../ink/ink8.xml"/><Relationship Id="rId6" Type="http://schemas.openxmlformats.org/officeDocument/2006/relationships/image" Target="../media/image10.png"/><Relationship Id="rId5" Type="http://schemas.openxmlformats.org/officeDocument/2006/relationships/customXml" Target="../ink/ink7.xml"/><Relationship Id="rId4" Type="http://schemas.openxmlformats.org/officeDocument/2006/relationships/image" Target="../media/image9.png"/><Relationship Id="rId3" Type="http://schemas.openxmlformats.org/officeDocument/2006/relationships/customXml" Target="../ink/ink6.xml"/><Relationship Id="rId2" Type="http://schemas.openxmlformats.org/officeDocument/2006/relationships/image" Target="../media/image8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4.png"/><Relationship Id="rId13" Type="http://schemas.openxmlformats.org/officeDocument/2006/relationships/customXml" Target="../ink/ink11.xml"/><Relationship Id="rId12" Type="http://schemas.openxmlformats.org/officeDocument/2006/relationships/image" Target="../media/image13.png"/><Relationship Id="rId11" Type="http://schemas.openxmlformats.org/officeDocument/2006/relationships/customXml" Target="../ink/ink10.xml"/><Relationship Id="rId10" Type="http://schemas.openxmlformats.org/officeDocument/2006/relationships/image" Target="../media/image12.png"/><Relationship Id="rId1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customXml" Target="../ink/ink13.xml"/><Relationship Id="rId2" Type="http://schemas.openxmlformats.org/officeDocument/2006/relationships/image" Target="../media/image15.png"/><Relationship Id="rId1" Type="http://schemas.openxmlformats.org/officeDocument/2006/relationships/customXml" Target="../ink/ink1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customXml" Target="../ink/ink1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customXml" Target="../ink/ink1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customXml" Target="../ink/ink17.xml"/><Relationship Id="rId2" Type="http://schemas.openxmlformats.org/officeDocument/2006/relationships/image" Target="../media/image22.png"/><Relationship Id="rId1" Type="http://schemas.openxmlformats.org/officeDocument/2006/relationships/customXml" Target="../ink/ink1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customXml" Target="../ink/ink19.xml"/><Relationship Id="rId2" Type="http://schemas.openxmlformats.org/officeDocument/2006/relationships/image" Target="../media/image24.png"/><Relationship Id="rId1" Type="http://schemas.openxmlformats.org/officeDocument/2006/relationships/customXml" Target="../ink/ink1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5.png"/><Relationship Id="rId1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png"/><Relationship Id="rId7" Type="http://schemas.openxmlformats.org/officeDocument/2006/relationships/customXml" Target="../ink/ink24.xml"/><Relationship Id="rId6" Type="http://schemas.openxmlformats.org/officeDocument/2006/relationships/image" Target="../media/image28.png"/><Relationship Id="rId5" Type="http://schemas.openxmlformats.org/officeDocument/2006/relationships/customXml" Target="../ink/ink23.xml"/><Relationship Id="rId4" Type="http://schemas.openxmlformats.org/officeDocument/2006/relationships/image" Target="../media/image27.png"/><Relationship Id="rId3" Type="http://schemas.openxmlformats.org/officeDocument/2006/relationships/customXml" Target="../ink/ink22.xml"/><Relationship Id="rId2" Type="http://schemas.openxmlformats.org/officeDocument/2006/relationships/image" Target="../media/image1.png"/><Relationship Id="rId1" Type="http://schemas.openxmlformats.org/officeDocument/2006/relationships/customXml" Target="../ink/ink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 rot="21412603">
            <a:off x="452120" y="3024505"/>
            <a:ext cx="11289030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altLang="en-US" sz="60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cleanIVENT</a:t>
            </a:r>
            <a:endParaRPr lang="en-SG" altLang="en-US" sz="60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algn="ctr"/>
            <a:r>
              <a:rPr lang="en-SG" altLang="en-US" sz="3600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Hospital </a:t>
            </a:r>
            <a:r>
              <a:rPr lang="en-US" altLang="en-US" sz="3600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Intervention Data Cleaning</a:t>
            </a:r>
            <a:r>
              <a:rPr lang="en-SG" altLang="en-US" sz="3600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 </a:t>
            </a:r>
            <a:r>
              <a:rPr lang="en-US" altLang="en-US" sz="3600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Pipeline in R</a:t>
            </a:r>
            <a:endParaRPr lang="en-US" altLang="en-US" sz="6000" spc="-300" dirty="0" smtClean="0">
              <a:ln w="0">
                <a:noFill/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algn="ctr"/>
            <a:endParaRPr lang="en-SG" altLang="en-US" sz="60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381586">
              <a:off x="2263007" y="4248119"/>
              <a:ext cx="8318034" cy="1531594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381586">
                <a:off x="2263007" y="4248119"/>
                <a:ext cx="8318034" cy="1531594"/>
              </a:xfrm>
              <a:prstGeom prst="rect"/>
            </p:spPr>
          </p:pic>
        </mc:Fallback>
      </mc:AlternateContent>
      <p:grpSp>
        <p:nvGrpSpPr>
          <p:cNvPr id="26" name="组合 25"/>
          <p:cNvGrpSpPr/>
          <p:nvPr/>
        </p:nvGrpSpPr>
        <p:grpSpPr>
          <a:xfrm rot="21282385">
            <a:off x="198120" y="719455"/>
            <a:ext cx="5791200" cy="2583180"/>
            <a:chOff x="1335039" y="920933"/>
            <a:chExt cx="3675281" cy="23362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19" name="墨迹 18"/>
                <p14:cNvContentPartPr/>
                <p14:nvPr/>
              </p14:nvContentPartPr>
              <p14:xfrm>
                <a:off x="1335039" y="920933"/>
                <a:ext cx="3675281" cy="2336247"/>
              </p14:xfrm>
            </p:contentPart>
          </mc:Choice>
          <mc:Fallback xmlns="">
            <p:pic>
              <p:nvPicPr>
                <p:cNvPr id="19" name="墨迹 18"/>
              </p:nvPicPr>
              <p:blipFill>
                <a:blip r:embed="rId4"/>
              </p:blipFill>
              <p:spPr>
                <a:xfrm>
                  <a:off x="1335039" y="920933"/>
                  <a:ext cx="3675281" cy="2336247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20" name="墨迹 19"/>
                <p14:cNvContentPartPr/>
                <p14:nvPr/>
              </p14:nvContentPartPr>
              <p14:xfrm>
                <a:off x="2257760" y="921140"/>
                <a:ext cx="656280" cy="407160"/>
              </p14:xfrm>
            </p:contentPart>
          </mc:Choice>
          <mc:Fallback xmlns="">
            <p:pic>
              <p:nvPicPr>
                <p:cNvPr id="20" name="墨迹 19"/>
              </p:nvPicPr>
              <p:blipFill>
                <a:blip r:embed="rId6"/>
              </p:blipFill>
              <p:spPr>
                <a:xfrm>
                  <a:off x="2257760" y="921140"/>
                  <a:ext cx="656280" cy="407160"/>
                </a:xfrm>
                <a:prstGeom prst="rect"/>
              </p:spPr>
            </p:pic>
          </mc:Fallback>
        </mc:AlternateContent>
      </p:grpSp>
      <p:sp>
        <p:nvSpPr>
          <p:cNvPr id="112" name="矩形 111"/>
          <p:cNvSpPr/>
          <p:nvPr/>
        </p:nvSpPr>
        <p:spPr>
          <a:xfrm rot="21220150">
            <a:off x="1542415" y="1017270"/>
            <a:ext cx="2897505" cy="1706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en-SG" altLang="zh-CN" sz="1400" b="1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uFillTx/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Name : TanWei Qin</a:t>
            </a:r>
            <a:endParaRPr lang="en-SG" altLang="zh-CN" sz="1400" b="1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uFillTx/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lvl="0" algn="l">
              <a:lnSpc>
                <a:spcPct val="150000"/>
              </a:lnSpc>
            </a:pPr>
            <a:r>
              <a:rPr lang="en-SG" altLang="zh-CN" sz="1400" b="1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uFillTx/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edX: Tan_Wei_Qin</a:t>
            </a:r>
            <a:endParaRPr lang="en-SG" altLang="zh-CN" sz="1400" b="1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uFillTx/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lvl="0" algn="l">
              <a:lnSpc>
                <a:spcPct val="150000"/>
              </a:lnSpc>
            </a:pPr>
            <a:r>
              <a:rPr lang="en-SG" altLang="zh-CN" sz="1400" b="1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uFillTx/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GitHub: WhiteApple888</a:t>
            </a:r>
            <a:endParaRPr lang="en-SG" altLang="zh-CN" sz="1400" b="1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uFillTx/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lvl="0" algn="l">
              <a:lnSpc>
                <a:spcPct val="150000"/>
              </a:lnSpc>
            </a:pPr>
            <a:r>
              <a:rPr lang="en-SG" altLang="zh-CN" sz="1400" b="1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uFillTx/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Location: Singapore</a:t>
            </a:r>
            <a:endParaRPr lang="en-SG" altLang="zh-CN" sz="1400" b="1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uFillTx/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lvl="0" algn="l">
              <a:lnSpc>
                <a:spcPct val="150000"/>
              </a:lnSpc>
            </a:pPr>
            <a:r>
              <a:rPr lang="en-SG" altLang="zh-CN" sz="1400" b="1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uFillTx/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Date: 29th Nov 2025</a:t>
            </a:r>
            <a:endParaRPr lang="en-SG" altLang="zh-CN" sz="1400" b="1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uFillTx/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13" name="KSO_Shape"/>
          <p:cNvSpPr/>
          <p:nvPr/>
        </p:nvSpPr>
        <p:spPr bwMode="auto">
          <a:xfrm rot="2633721">
            <a:off x="8470899" y="935103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5" name="墨迹 114"/>
              <p14:cNvContentPartPr/>
              <p14:nvPr/>
            </p14:nvContentPartPr>
            <p14:xfrm>
              <a:off x="7258215" y="1831673"/>
              <a:ext cx="1112400" cy="533880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8"/>
            </p:blipFill>
            <p:spPr>
              <a:xfrm>
                <a:off x="7258215" y="1831673"/>
                <a:ext cx="1112400" cy="5338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SG" altLang="zh-CN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sym typeface="+mn-ea"/>
              </a:rPr>
              <a:t>Introduction</a:t>
            </a:r>
            <a:endParaRPr lang="en-SG" altLang="zh-CN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IMG-20250820-WA0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21155"/>
            <a:ext cx="3094355" cy="42830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435" y="1621155"/>
            <a:ext cx="3210560" cy="4282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8310880" y="1566545"/>
            <a:ext cx="2571115" cy="258254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7954010" y="4479290"/>
            <a:ext cx="4305935" cy="1424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2400">
                <a:solidFill>
                  <a:srgbClr val="404054"/>
                </a:solidFill>
                <a:latin typeface="汉仪雅酷黑 65W" panose="020B0604020202020204" charset="-122"/>
                <a:ea typeface="汉仪雅酷黑 65W" panose="020B0604020202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SG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Senior Pharmacist </a:t>
            </a:r>
            <a:endParaRPr lang="en-SG" altLang="zh-CN" sz="1600" b="1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  <a:p>
            <a:pPr>
              <a:lnSpc>
                <a:spcPct val="150000"/>
              </a:lnSpc>
            </a:pPr>
            <a:r>
              <a:rPr lang="en-SG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Tan Tock Seng Hospital</a:t>
            </a:r>
            <a:endParaRPr lang="en-SG" altLang="zh-CN" sz="1600" b="1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  <a:p>
            <a:pPr>
              <a:lnSpc>
                <a:spcPct val="150000"/>
              </a:lnSpc>
            </a:pPr>
            <a:r>
              <a:rPr lang="en-SG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  <a:sym typeface="+mn-ea"/>
              </a:rPr>
              <a:t>Singapore</a:t>
            </a:r>
            <a:endParaRPr lang="en-SG" altLang="zh-CN" sz="1600" b="1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  <a:p>
            <a:pPr>
              <a:lnSpc>
                <a:spcPct val="150000"/>
              </a:lnSpc>
            </a:pPr>
            <a:endParaRPr lang="en-SG" altLang="zh-CN" sz="1600" b="1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  <a:p>
            <a:pPr>
              <a:lnSpc>
                <a:spcPct val="150000"/>
              </a:lnSpc>
            </a:pPr>
            <a:endParaRPr lang="en-SG" altLang="zh-CN" sz="1600" b="1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41057" y="2811686"/>
            <a:ext cx="4051935" cy="1287738"/>
            <a:chOff x="4103432" y="1382936"/>
            <a:chExt cx="4051935" cy="1287738"/>
          </a:xfrm>
        </p:grpSpPr>
        <p:sp>
          <p:nvSpPr>
            <p:cNvPr id="4" name="文本框 3"/>
            <p:cNvSpPr txBox="1"/>
            <p:nvPr/>
          </p:nvSpPr>
          <p:spPr>
            <a:xfrm rot="21300000">
              <a:off x="4103432" y="1382936"/>
              <a:ext cx="4051935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CONTENTS</a:t>
              </a:r>
              <a:endParaRPr lang="zh-CN" altLang="en-US" sz="60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1" p14:bwMode="auto">
              <p14:nvContentPartPr>
                <p14:cNvPr id="5" name="墨迹 4"/>
                <p14:cNvContentPartPr/>
                <p14:nvPr/>
              </p14:nvContentPartPr>
              <p14:xfrm rot="381586">
                <a:off x="5172148" y="2226204"/>
                <a:ext cx="2413900" cy="444470"/>
              </p14:xfrm>
            </p:contentPart>
          </mc:Choice>
          <mc:Fallback xmlns="">
            <p:pic>
              <p:nvPicPr>
                <p:cNvPr id="5" name="墨迹 4"/>
              </p:nvPicPr>
              <p:blipFill>
                <a:blip r:embed="rId2"/>
              </p:blipFill>
              <p:spPr>
                <a:xfrm rot="381586">
                  <a:off x="5172148" y="2226204"/>
                  <a:ext cx="2413900" cy="444470"/>
                </a:xfrm>
                <a:prstGeom prst="rect"/>
              </p:spPr>
            </p:pic>
          </mc:Fallback>
        </mc:AlternateContent>
      </p:grpSp>
      <p:sp>
        <p:nvSpPr>
          <p:cNvPr id="17" name="TextBox 58"/>
          <p:cNvSpPr txBox="1">
            <a:spLocks noChangeArrowheads="1"/>
          </p:cNvSpPr>
          <p:nvPr/>
        </p:nvSpPr>
        <p:spPr bwMode="auto">
          <a:xfrm>
            <a:off x="7086599" y="2075879"/>
            <a:ext cx="5100633" cy="55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SG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PROJECT OVERVIEW</a:t>
            </a:r>
            <a:endParaRPr lang="en-SG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8" name="TextBox 59"/>
          <p:cNvSpPr txBox="1">
            <a:spLocks noChangeArrowheads="1"/>
          </p:cNvSpPr>
          <p:nvPr/>
        </p:nvSpPr>
        <p:spPr bwMode="auto">
          <a:xfrm>
            <a:off x="7086599" y="976401"/>
            <a:ext cx="5100633" cy="55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SG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PROBLEM STATMENT</a:t>
            </a:r>
            <a:endParaRPr lang="en-SG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19" name="TextBox 68"/>
          <p:cNvSpPr txBox="1">
            <a:spLocks noChangeArrowheads="1"/>
          </p:cNvSpPr>
          <p:nvPr/>
        </p:nvSpPr>
        <p:spPr bwMode="auto">
          <a:xfrm>
            <a:off x="7086600" y="3175357"/>
            <a:ext cx="5100633" cy="55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SG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LIVE DEMO</a:t>
            </a:r>
            <a:endParaRPr lang="en-SG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</p:txBody>
      </p:sp>
      <p:sp>
        <p:nvSpPr>
          <p:cNvPr id="20" name="TextBox 69"/>
          <p:cNvSpPr txBox="1">
            <a:spLocks noChangeArrowheads="1"/>
          </p:cNvSpPr>
          <p:nvPr/>
        </p:nvSpPr>
        <p:spPr bwMode="auto">
          <a:xfrm>
            <a:off x="7087210" y="4274835"/>
            <a:ext cx="5104790" cy="55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SG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WHAT I LEARNT IN R</a:t>
            </a:r>
            <a:endParaRPr lang="en-SG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21" name="TextBox 70"/>
          <p:cNvSpPr txBox="1">
            <a:spLocks noChangeArrowheads="1"/>
          </p:cNvSpPr>
          <p:nvPr/>
        </p:nvSpPr>
        <p:spPr bwMode="auto">
          <a:xfrm>
            <a:off x="7087210" y="5337626"/>
            <a:ext cx="5104790" cy="1052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SG" altLang="zh-CN" sz="32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POTENTIAL TIME SAVINGS</a:t>
            </a:r>
            <a:endParaRPr lang="en-SG" altLang="zh-CN" sz="32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559659" y="349771"/>
            <a:ext cx="1398905" cy="1445260"/>
            <a:chOff x="3840863" y="570952"/>
            <a:chExt cx="1398905" cy="1445260"/>
          </a:xfrm>
        </p:grpSpPr>
        <p:sp>
          <p:nvSpPr>
            <p:cNvPr id="29" name="文本框 28"/>
            <p:cNvSpPr txBox="1"/>
            <p:nvPr/>
          </p:nvSpPr>
          <p:spPr>
            <a:xfrm>
              <a:off x="3840863" y="570952"/>
              <a:ext cx="1398905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1</a:t>
              </a:r>
              <a:endPara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30" name="墨迹 29"/>
                <p14:cNvContentPartPr/>
                <p14:nvPr/>
              </p14:nvContentPartPr>
              <p14:xfrm rot="381586">
                <a:off x="4258542" y="1705619"/>
                <a:ext cx="845167" cy="155620"/>
              </p14:xfrm>
            </p:contentPart>
          </mc:Choice>
          <mc:Fallback xmlns="">
            <p:pic>
              <p:nvPicPr>
                <p:cNvPr id="30" name="墨迹 29"/>
              </p:nvPicPr>
              <p:blipFill>
                <a:blip r:embed="rId4"/>
              </p:blipFill>
              <p:spPr>
                <a:xfrm rot="381586">
                  <a:off x="4258542" y="1705619"/>
                  <a:ext cx="845167" cy="155620"/>
                </a:xfrm>
                <a:prstGeom prst="rect"/>
              </p:spPr>
            </p:pic>
          </mc:Fallback>
        </mc:AlternateContent>
      </p:grpSp>
      <p:grpSp>
        <p:nvGrpSpPr>
          <p:cNvPr id="43" name="组合 42"/>
          <p:cNvGrpSpPr/>
          <p:nvPr/>
        </p:nvGrpSpPr>
        <p:grpSpPr>
          <a:xfrm>
            <a:off x="5559659" y="1424826"/>
            <a:ext cx="1398925" cy="1445260"/>
            <a:chOff x="3840863" y="563332"/>
            <a:chExt cx="1398925" cy="1445260"/>
          </a:xfrm>
        </p:grpSpPr>
        <p:sp>
          <p:nvSpPr>
            <p:cNvPr id="44" name="文本框 43"/>
            <p:cNvSpPr txBox="1"/>
            <p:nvPr/>
          </p:nvSpPr>
          <p:spPr>
            <a:xfrm>
              <a:off x="3840863" y="563332"/>
              <a:ext cx="1398925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2</a:t>
              </a:r>
              <a:endPara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45" name="墨迹 44"/>
                <p14:cNvContentPartPr/>
                <p14:nvPr/>
              </p14:nvContentPartPr>
              <p14:xfrm rot="381586">
                <a:off x="4258542" y="1705619"/>
                <a:ext cx="845167" cy="155620"/>
              </p14:xfrm>
            </p:contentPart>
          </mc:Choice>
          <mc:Fallback xmlns="">
            <p:pic>
              <p:nvPicPr>
                <p:cNvPr id="45" name="墨迹 44"/>
              </p:nvPicPr>
              <p:blipFill>
                <a:blip r:embed="rId6"/>
              </p:blipFill>
              <p:spPr>
                <a:xfrm rot="381586">
                  <a:off x="4258542" y="1705619"/>
                  <a:ext cx="845167" cy="155620"/>
                </a:xfrm>
                <a:prstGeom prst="rect"/>
              </p:spPr>
            </p:pic>
          </mc:Fallback>
        </mc:AlternateContent>
      </p:grpSp>
      <p:grpSp>
        <p:nvGrpSpPr>
          <p:cNvPr id="46" name="组合 45"/>
          <p:cNvGrpSpPr/>
          <p:nvPr/>
        </p:nvGrpSpPr>
        <p:grpSpPr>
          <a:xfrm>
            <a:off x="5559659" y="2597371"/>
            <a:ext cx="1398905" cy="1445260"/>
            <a:chOff x="3840863" y="567142"/>
            <a:chExt cx="1398905" cy="1445260"/>
          </a:xfrm>
        </p:grpSpPr>
        <p:sp>
          <p:nvSpPr>
            <p:cNvPr id="47" name="文本框 46"/>
            <p:cNvSpPr txBox="1"/>
            <p:nvPr/>
          </p:nvSpPr>
          <p:spPr>
            <a:xfrm>
              <a:off x="3840863" y="567142"/>
              <a:ext cx="1398905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3</a:t>
              </a:r>
              <a:endPara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7" p14:bwMode="auto">
              <p14:nvContentPartPr>
                <p14:cNvPr id="48" name="墨迹 47"/>
                <p14:cNvContentPartPr/>
                <p14:nvPr/>
              </p14:nvContentPartPr>
              <p14:xfrm rot="381586">
                <a:off x="4258542" y="1705619"/>
                <a:ext cx="845167" cy="155620"/>
              </p14:xfrm>
            </p:contentPart>
          </mc:Choice>
          <mc:Fallback xmlns="">
            <p:pic>
              <p:nvPicPr>
                <p:cNvPr id="48" name="墨迹 47"/>
              </p:nvPicPr>
              <p:blipFill>
                <a:blip r:embed="rId8"/>
              </p:blipFill>
              <p:spPr>
                <a:xfrm rot="381586">
                  <a:off x="4258542" y="1705619"/>
                  <a:ext cx="845167" cy="155620"/>
                </a:xfrm>
                <a:prstGeom prst="rect"/>
              </p:spPr>
            </p:pic>
          </mc:Fallback>
        </mc:AlternateContent>
      </p:grpSp>
      <p:grpSp>
        <p:nvGrpSpPr>
          <p:cNvPr id="49" name="组合 48"/>
          <p:cNvGrpSpPr/>
          <p:nvPr/>
        </p:nvGrpSpPr>
        <p:grpSpPr>
          <a:xfrm>
            <a:off x="5559659" y="3725423"/>
            <a:ext cx="1398925" cy="1445260"/>
            <a:chOff x="3840863" y="570952"/>
            <a:chExt cx="1398925" cy="1445260"/>
          </a:xfrm>
        </p:grpSpPr>
        <p:sp>
          <p:nvSpPr>
            <p:cNvPr id="50" name="文本框 49"/>
            <p:cNvSpPr txBox="1"/>
            <p:nvPr/>
          </p:nvSpPr>
          <p:spPr>
            <a:xfrm>
              <a:off x="3840863" y="570952"/>
              <a:ext cx="1398925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4</a:t>
              </a:r>
              <a:endPara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9" p14:bwMode="auto">
              <p14:nvContentPartPr>
                <p14:cNvPr id="51" name="墨迹 50"/>
                <p14:cNvContentPartPr/>
                <p14:nvPr/>
              </p14:nvContentPartPr>
              <p14:xfrm rot="381586">
                <a:off x="4258542" y="1705619"/>
                <a:ext cx="845167" cy="155620"/>
              </p14:xfrm>
            </p:contentPart>
          </mc:Choice>
          <mc:Fallback xmlns="">
            <p:pic>
              <p:nvPicPr>
                <p:cNvPr id="51" name="墨迹 50"/>
              </p:nvPicPr>
              <p:blipFill>
                <a:blip r:embed="rId10"/>
              </p:blipFill>
              <p:spPr>
                <a:xfrm rot="381586">
                  <a:off x="4258542" y="1705619"/>
                  <a:ext cx="845167" cy="155620"/>
                </a:xfrm>
                <a:prstGeom prst="rect"/>
              </p:spPr>
            </p:pic>
          </mc:Fallback>
        </mc:AlternateContent>
      </p:grpSp>
      <p:grpSp>
        <p:nvGrpSpPr>
          <p:cNvPr id="52" name="组合 51"/>
          <p:cNvGrpSpPr/>
          <p:nvPr/>
        </p:nvGrpSpPr>
        <p:grpSpPr>
          <a:xfrm>
            <a:off x="5559659" y="4789671"/>
            <a:ext cx="1398905" cy="1445260"/>
            <a:chOff x="3840863" y="578572"/>
            <a:chExt cx="1398905" cy="1445260"/>
          </a:xfrm>
        </p:grpSpPr>
        <p:sp>
          <p:nvSpPr>
            <p:cNvPr id="53" name="文本框 52"/>
            <p:cNvSpPr txBox="1"/>
            <p:nvPr/>
          </p:nvSpPr>
          <p:spPr>
            <a:xfrm>
              <a:off x="3840863" y="578572"/>
              <a:ext cx="1398905" cy="144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5</a:t>
              </a:r>
              <a:endParaRPr lang="en-US" altLang="zh-CN" sz="88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11" p14:bwMode="auto">
              <p14:nvContentPartPr>
                <p14:cNvPr id="54" name="墨迹 53"/>
                <p14:cNvContentPartPr/>
                <p14:nvPr/>
              </p14:nvContentPartPr>
              <p14:xfrm rot="381586">
                <a:off x="4258542" y="1705619"/>
                <a:ext cx="845167" cy="155620"/>
              </p14:xfrm>
            </p:contentPart>
          </mc:Choice>
          <mc:Fallback xmlns="">
            <p:pic>
              <p:nvPicPr>
                <p:cNvPr id="54" name="墨迹 53"/>
              </p:nvPicPr>
              <p:blipFill>
                <a:blip r:embed="rId12"/>
              </p:blipFill>
              <p:spPr>
                <a:xfrm rot="381586">
                  <a:off x="4258542" y="1705619"/>
                  <a:ext cx="845167" cy="155620"/>
                </a:xfrm>
                <a:prstGeom prst="rect"/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3" name="墨迹 22"/>
              <p14:cNvContentPartPr/>
              <p14:nvPr/>
            </p14:nvContentPartPr>
            <p14:xfrm>
              <a:off x="4635400" y="1153340"/>
              <a:ext cx="712440" cy="474984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14"/>
            </p:blipFill>
            <p:spPr>
              <a:xfrm>
                <a:off x="4635400" y="1153340"/>
                <a:ext cx="712440" cy="4749840"/>
              </a:xfrm>
              <a:prstGeom prst="rect"/>
            </p:spPr>
          </p:pic>
        </mc:Fallback>
      </mc:AlternateContent>
      <p:sp>
        <p:nvSpPr>
          <p:cNvPr id="14" name="文本框 13"/>
          <p:cNvSpPr txBox="1"/>
          <p:nvPr/>
        </p:nvSpPr>
        <p:spPr>
          <a:xfrm rot="21412603">
            <a:off x="-231775" y="720725"/>
            <a:ext cx="4914900" cy="1073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SG" altLang="en-US" sz="3600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“</a:t>
            </a:r>
            <a:r>
              <a:rPr lang="en-SG" altLang="en-US" sz="4500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cleanIVENT</a:t>
            </a:r>
            <a:r>
              <a:rPr lang="en-SG" altLang="en-US" sz="3600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” </a:t>
            </a:r>
            <a:endParaRPr lang="en-SG" altLang="en-US" sz="3600" spc="-300" dirty="0" smtClean="0">
              <a:ln w="0">
                <a:noFill/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  <a:sym typeface="+mn-ea"/>
            </a:endParaRPr>
          </a:p>
          <a:p>
            <a:pPr algn="ctr"/>
            <a:r>
              <a:rPr lang="en-SG" altLang="en-US" sz="2500" i="1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Hospital </a:t>
            </a:r>
            <a:r>
              <a:rPr lang="en-US" altLang="en-US" sz="2500" i="1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Intervention Data </a:t>
            </a:r>
            <a:endParaRPr lang="en-US" altLang="en-US" sz="2500" i="1" spc="-300" dirty="0" smtClean="0">
              <a:ln w="0">
                <a:noFill/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algn="ctr"/>
            <a:r>
              <a:rPr lang="en-US" altLang="en-US" sz="2500" i="1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Cleaning</a:t>
            </a:r>
            <a:r>
              <a:rPr lang="en-SG" altLang="en-US" sz="2500" i="1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 </a:t>
            </a:r>
            <a:r>
              <a:rPr lang="en-US" altLang="en-US" sz="2500" i="1" spc="-300" dirty="0" smtClean="0">
                <a:ln w="0">
                  <a:noFill/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rPr>
              <a:t>Pipeline in R</a:t>
            </a:r>
            <a:endParaRPr lang="en-US" altLang="en-US" sz="2500" spc="-300" dirty="0" smtClean="0">
              <a:ln w="0">
                <a:noFill/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algn="ctr"/>
            <a:endParaRPr lang="en-US" altLang="en-US" sz="3600" spc="-300" dirty="0" smtClean="0">
              <a:ln w="0">
                <a:noFill/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algn="ctr"/>
            <a:endParaRPr lang="en-US" altLang="en-US" sz="3600" spc="-300" dirty="0" smtClean="0">
              <a:ln w="0">
                <a:noFill/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</a:t>
            </a:r>
            <a:endParaRPr lang="en-US" altLang="zh-CN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41827" y="551051"/>
            <a:ext cx="682307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SG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Problem Statement</a:t>
            </a:r>
            <a:endParaRPr lang="en-SG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3" name="墨迹 12"/>
              <p14:cNvContentPartPr/>
              <p14:nvPr/>
            </p14:nvContentPartPr>
            <p14:xfrm>
              <a:off x="1116785" y="2826598"/>
              <a:ext cx="4591905" cy="2919777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4"/>
            </p:blipFill>
            <p:spPr>
              <a:xfrm>
                <a:off x="1116785" y="2826598"/>
                <a:ext cx="4591905" cy="2919777"/>
              </a:xfrm>
              <a:prstGeom prst="rect"/>
            </p:spPr>
          </p:pic>
        </mc:Fallback>
      </mc:AlternateContent>
      <p:sp>
        <p:nvSpPr>
          <p:cNvPr id="15" name="矩形 14"/>
          <p:cNvSpPr/>
          <p:nvPr/>
        </p:nvSpPr>
        <p:spPr>
          <a:xfrm>
            <a:off x="5268595" y="2167255"/>
            <a:ext cx="6348095" cy="4498975"/>
          </a:xfrm>
          <a:prstGeom prst="rect">
            <a:avLst/>
          </a:prstGeom>
        </p:spPr>
        <p:txBody>
          <a:bodyPr wrap="square" lIns="68571" tIns="34285" rIns="68571" bIns="34285">
            <a:spAutoFit/>
          </a:bodyPr>
          <a:lstStyle/>
          <a:p>
            <a:pPr marL="571500" indent="-571500" algn="l">
              <a:buFont typeface="Wingdings" panose="05000000000000000000" charset="0"/>
              <a:buChar char="ü"/>
            </a:pPr>
            <a:r>
              <a:rPr lang="en-SG" altLang="zh-CN" b="1" dirty="0">
                <a:solidFill>
                  <a:srgbClr val="FF0000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Extensive list </a:t>
            </a:r>
            <a:r>
              <a:rPr lang="en-SG" altLang="zh-CN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of pharmacy intervention documentation (i-vents) </a:t>
            </a: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r>
              <a:rPr lang="en-SG" altLang="zh-CN" b="1" dirty="0">
                <a:solidFill>
                  <a:srgbClr val="FF0000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Data standardization, cleaning and de-identification </a:t>
            </a:r>
            <a:r>
              <a:rPr lang="en-SG" altLang="zh-CN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are prequisite steps for AI to perform classification</a:t>
            </a: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r>
              <a:rPr lang="en-SG" altLang="zh-CN" b="1" dirty="0">
                <a:solidFill>
                  <a:srgbClr val="FF0000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Manual manipulation</a:t>
            </a:r>
            <a:r>
              <a:rPr lang="en-SG" altLang="zh-CN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of rows and columns in spreadsheets</a:t>
            </a: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r>
              <a:rPr lang="en-SG" altLang="zh-CN" b="1" dirty="0">
                <a:solidFill>
                  <a:srgbClr val="FF0000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High Time Sink</a:t>
            </a:r>
            <a:r>
              <a:rPr lang="en-SG" altLang="zh-CN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(~45 mins per month) with</a:t>
            </a:r>
            <a:r>
              <a:rPr lang="en-SG" altLang="zh-CN" b="1" dirty="0">
                <a:solidFill>
                  <a:srgbClr val="FF0000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tight deadlines,</a:t>
            </a:r>
            <a:r>
              <a:rPr lang="en-SG" altLang="zh-CN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 often have to be completed on personal, non-work time.</a:t>
            </a: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indent="0" algn="l">
              <a:buFont typeface="Wingdings" panose="05000000000000000000" charset="0"/>
              <a:buNone/>
            </a:pP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571500" indent="-571500" algn="l">
              <a:buFont typeface="Wingdings" panose="05000000000000000000" charset="0"/>
              <a:buChar char="ü"/>
            </a:pPr>
            <a:endParaRPr lang="en-SG" altLang="zh-CN" b="1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6" name="KSO_Shape"/>
          <p:cNvSpPr/>
          <p:nvPr/>
        </p:nvSpPr>
        <p:spPr bwMode="auto">
          <a:xfrm rot="1918848">
            <a:off x="2218425" y="3286789"/>
            <a:ext cx="1163181" cy="1555480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6" name="矩形 5"/>
          <p:cNvSpPr/>
          <p:nvPr/>
        </p:nvSpPr>
        <p:spPr>
          <a:xfrm>
            <a:off x="2953892" y="176401"/>
            <a:ext cx="6014085" cy="129794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l"/>
            <a:r>
              <a:rPr lang="en-SG" altLang="zh-CN" sz="40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Project overview: </a:t>
            </a:r>
            <a:endParaRPr lang="en-SG" altLang="zh-CN" sz="40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0" lvl="1" algn="l"/>
            <a:r>
              <a:rPr lang="en-SG" altLang="zh-CN" sz="40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“cleanIVENT” package</a:t>
            </a:r>
            <a:endParaRPr lang="en-SG" altLang="zh-CN" sz="40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6336" y="-182787"/>
            <a:ext cx="1514263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2:</a:t>
            </a:r>
            <a:endParaRPr lang="en-US" altLang="zh-CN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2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sp>
        <p:nvSpPr>
          <p:cNvPr id="3" name="Oval 3"/>
          <p:cNvSpPr/>
          <p:nvPr/>
        </p:nvSpPr>
        <p:spPr>
          <a:xfrm>
            <a:off x="1718976" y="4259997"/>
            <a:ext cx="659121" cy="659122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8" name="Oval 4"/>
          <p:cNvSpPr/>
          <p:nvPr/>
        </p:nvSpPr>
        <p:spPr>
          <a:xfrm>
            <a:off x="3658196" y="5409953"/>
            <a:ext cx="659121" cy="659122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5" name="Oval 5"/>
          <p:cNvSpPr/>
          <p:nvPr/>
        </p:nvSpPr>
        <p:spPr>
          <a:xfrm>
            <a:off x="5921425" y="3771796"/>
            <a:ext cx="659121" cy="659122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2" name="Oval 6"/>
          <p:cNvSpPr/>
          <p:nvPr/>
        </p:nvSpPr>
        <p:spPr>
          <a:xfrm>
            <a:off x="7273273" y="4954244"/>
            <a:ext cx="659121" cy="659122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5" name="Oval 7"/>
          <p:cNvSpPr/>
          <p:nvPr/>
        </p:nvSpPr>
        <p:spPr>
          <a:xfrm>
            <a:off x="9885054" y="3204289"/>
            <a:ext cx="659121" cy="659122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cxnSp>
        <p:nvCxnSpPr>
          <p:cNvPr id="32" name="Straight Connector 9"/>
          <p:cNvCxnSpPr>
            <a:stCxn id="3" idx="5"/>
            <a:endCxn id="8" idx="2"/>
          </p:cNvCxnSpPr>
          <p:nvPr/>
        </p:nvCxnSpPr>
        <p:spPr>
          <a:xfrm>
            <a:off x="2281573" y="4822596"/>
            <a:ext cx="1376625" cy="916921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11"/>
          <p:cNvCxnSpPr>
            <a:stCxn id="8" idx="6"/>
            <a:endCxn id="5" idx="3"/>
          </p:cNvCxnSpPr>
          <p:nvPr/>
        </p:nvCxnSpPr>
        <p:spPr>
          <a:xfrm flipV="1">
            <a:off x="4317320" y="4334392"/>
            <a:ext cx="1700636" cy="1405122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13"/>
          <p:cNvCxnSpPr>
            <a:stCxn id="5" idx="5"/>
            <a:endCxn id="12" idx="1"/>
          </p:cNvCxnSpPr>
          <p:nvPr/>
        </p:nvCxnSpPr>
        <p:spPr>
          <a:xfrm>
            <a:off x="6484023" y="4334392"/>
            <a:ext cx="885780" cy="716378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12" idx="6"/>
            <a:endCxn id="15" idx="3"/>
          </p:cNvCxnSpPr>
          <p:nvPr/>
        </p:nvCxnSpPr>
        <p:spPr>
          <a:xfrm flipV="1">
            <a:off x="7932396" y="3766888"/>
            <a:ext cx="2049188" cy="1516920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1050737" y="2866483"/>
            <a:ext cx="2123119" cy="10458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l" defTabSz="1450975"/>
            <a:r>
              <a:rPr lang="en-SG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1: PROMPT USER CSV FILE NAME AND MMM-YY</a:t>
            </a:r>
            <a:endParaRPr lang="zh-CN" altLang="en-US" sz="5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2954020" y="4334510"/>
            <a:ext cx="2454275" cy="799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l" defTabSz="1450975"/>
            <a:r>
              <a:rPr lang="en-SG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Step 2: Auto-executes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load_and_clean (file, MMMYY)</a:t>
            </a:r>
            <a:r>
              <a:rPr lang="en-SG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function</a:t>
            </a:r>
            <a:endParaRPr lang="en-SG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5190041" y="2697530"/>
            <a:ext cx="2123119" cy="960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l" defTabSz="1450975"/>
            <a:r>
              <a:rPr lang="en-SG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Step 3: Pipe to split_for_ai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(</a:t>
            </a:r>
            <a:r>
              <a:rPr lang="en-SG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df2)</a:t>
            </a:r>
            <a:r>
              <a:rPr lang="en-SG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 function</a:t>
            </a:r>
            <a:endParaRPr lang="en-SG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 defTabSz="1450975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.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5921375" y="5669280"/>
            <a:ext cx="3296285" cy="799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l" defTabSz="1450975"/>
            <a:r>
              <a:rPr lang="en-SG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 4: Pipe to export_results (df2, list, MMMYY, prefix =”ivent”) function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4" name="Freeform 10"/>
          <p:cNvSpPr>
            <a:spLocks noEditPoints="1"/>
          </p:cNvSpPr>
          <p:nvPr/>
        </p:nvSpPr>
        <p:spPr bwMode="auto">
          <a:xfrm>
            <a:off x="10073023" y="3409405"/>
            <a:ext cx="283188" cy="248892"/>
          </a:xfrm>
          <a:custGeom>
            <a:avLst/>
            <a:gdLst>
              <a:gd name="T0" fmla="*/ 121 w 122"/>
              <a:gd name="T1" fmla="*/ 103 h 107"/>
              <a:gd name="T2" fmla="*/ 63 w 122"/>
              <a:gd name="T3" fmla="*/ 1 h 107"/>
              <a:gd name="T4" fmla="*/ 61 w 122"/>
              <a:gd name="T5" fmla="*/ 0 h 107"/>
              <a:gd name="T6" fmla="*/ 59 w 122"/>
              <a:gd name="T7" fmla="*/ 1 h 107"/>
              <a:gd name="T8" fmla="*/ 1 w 122"/>
              <a:gd name="T9" fmla="*/ 103 h 107"/>
              <a:gd name="T10" fmla="*/ 0 w 122"/>
              <a:gd name="T11" fmla="*/ 105 h 107"/>
              <a:gd name="T12" fmla="*/ 0 w 122"/>
              <a:gd name="T13" fmla="*/ 106 h 107"/>
              <a:gd name="T14" fmla="*/ 3 w 122"/>
              <a:gd name="T15" fmla="*/ 107 h 107"/>
              <a:gd name="T16" fmla="*/ 119 w 122"/>
              <a:gd name="T17" fmla="*/ 107 h 107"/>
              <a:gd name="T18" fmla="*/ 121 w 122"/>
              <a:gd name="T19" fmla="*/ 106 h 107"/>
              <a:gd name="T20" fmla="*/ 121 w 122"/>
              <a:gd name="T21" fmla="*/ 103 h 107"/>
              <a:gd name="T22" fmla="*/ 55 w 122"/>
              <a:gd name="T23" fmla="*/ 38 h 107"/>
              <a:gd name="T24" fmla="*/ 67 w 122"/>
              <a:gd name="T25" fmla="*/ 38 h 107"/>
              <a:gd name="T26" fmla="*/ 67 w 122"/>
              <a:gd name="T27" fmla="*/ 76 h 107"/>
              <a:gd name="T28" fmla="*/ 55 w 122"/>
              <a:gd name="T29" fmla="*/ 76 h 107"/>
              <a:gd name="T30" fmla="*/ 55 w 122"/>
              <a:gd name="T31" fmla="*/ 38 h 107"/>
              <a:gd name="T32" fmla="*/ 61 w 122"/>
              <a:gd name="T33" fmla="*/ 97 h 107"/>
              <a:gd name="T34" fmla="*/ 55 w 122"/>
              <a:gd name="T35" fmla="*/ 91 h 107"/>
              <a:gd name="T36" fmla="*/ 61 w 122"/>
              <a:gd name="T37" fmla="*/ 86 h 107"/>
              <a:gd name="T38" fmla="*/ 67 w 122"/>
              <a:gd name="T39" fmla="*/ 91 h 107"/>
              <a:gd name="T40" fmla="*/ 61 w 122"/>
              <a:gd name="T41" fmla="*/ 97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2" h="107">
                <a:moveTo>
                  <a:pt x="121" y="103"/>
                </a:moveTo>
                <a:cubicBezTo>
                  <a:pt x="63" y="1"/>
                  <a:pt x="63" y="1"/>
                  <a:pt x="63" y="1"/>
                </a:cubicBezTo>
                <a:cubicBezTo>
                  <a:pt x="63" y="1"/>
                  <a:pt x="62" y="0"/>
                  <a:pt x="61" y="0"/>
                </a:cubicBezTo>
                <a:cubicBezTo>
                  <a:pt x="60" y="0"/>
                  <a:pt x="59" y="1"/>
                  <a:pt x="59" y="1"/>
                </a:cubicBezTo>
                <a:cubicBezTo>
                  <a:pt x="1" y="103"/>
                  <a:pt x="1" y="103"/>
                  <a:pt x="1" y="103"/>
                </a:cubicBezTo>
                <a:cubicBezTo>
                  <a:pt x="0" y="104"/>
                  <a:pt x="0" y="104"/>
                  <a:pt x="0" y="105"/>
                </a:cubicBezTo>
                <a:cubicBezTo>
                  <a:pt x="0" y="106"/>
                  <a:pt x="0" y="106"/>
                  <a:pt x="0" y="106"/>
                </a:cubicBezTo>
                <a:cubicBezTo>
                  <a:pt x="1" y="107"/>
                  <a:pt x="2" y="107"/>
                  <a:pt x="3" y="107"/>
                </a:cubicBezTo>
                <a:cubicBezTo>
                  <a:pt x="119" y="107"/>
                  <a:pt x="119" y="107"/>
                  <a:pt x="119" y="107"/>
                </a:cubicBezTo>
                <a:cubicBezTo>
                  <a:pt x="120" y="107"/>
                  <a:pt x="121" y="107"/>
                  <a:pt x="121" y="106"/>
                </a:cubicBezTo>
                <a:cubicBezTo>
                  <a:pt x="122" y="105"/>
                  <a:pt x="122" y="104"/>
                  <a:pt x="121" y="103"/>
                </a:cubicBezTo>
                <a:close/>
                <a:moveTo>
                  <a:pt x="55" y="38"/>
                </a:moveTo>
                <a:cubicBezTo>
                  <a:pt x="67" y="38"/>
                  <a:pt x="67" y="38"/>
                  <a:pt x="67" y="38"/>
                </a:cubicBezTo>
                <a:cubicBezTo>
                  <a:pt x="67" y="76"/>
                  <a:pt x="67" y="76"/>
                  <a:pt x="67" y="76"/>
                </a:cubicBezTo>
                <a:cubicBezTo>
                  <a:pt x="55" y="76"/>
                  <a:pt x="55" y="76"/>
                  <a:pt x="55" y="76"/>
                </a:cubicBezTo>
                <a:lnTo>
                  <a:pt x="55" y="38"/>
                </a:lnTo>
                <a:close/>
                <a:moveTo>
                  <a:pt x="61" y="97"/>
                </a:moveTo>
                <a:cubicBezTo>
                  <a:pt x="57" y="97"/>
                  <a:pt x="55" y="95"/>
                  <a:pt x="55" y="91"/>
                </a:cubicBezTo>
                <a:cubicBezTo>
                  <a:pt x="55" y="88"/>
                  <a:pt x="57" y="86"/>
                  <a:pt x="61" y="86"/>
                </a:cubicBezTo>
                <a:cubicBezTo>
                  <a:pt x="65" y="86"/>
                  <a:pt x="67" y="88"/>
                  <a:pt x="67" y="91"/>
                </a:cubicBezTo>
                <a:cubicBezTo>
                  <a:pt x="67" y="95"/>
                  <a:pt x="65" y="97"/>
                  <a:pt x="61" y="97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5" name="Freeform 13"/>
          <p:cNvSpPr>
            <a:spLocks noEditPoints="1"/>
          </p:cNvSpPr>
          <p:nvPr/>
        </p:nvSpPr>
        <p:spPr bwMode="auto">
          <a:xfrm>
            <a:off x="7412855" y="5116001"/>
            <a:ext cx="379955" cy="335607"/>
          </a:xfrm>
          <a:custGeom>
            <a:avLst/>
            <a:gdLst>
              <a:gd name="T0" fmla="*/ 132 w 134"/>
              <a:gd name="T1" fmla="*/ 16 h 118"/>
              <a:gd name="T2" fmla="*/ 120 w 134"/>
              <a:gd name="T3" fmla="*/ 4 h 118"/>
              <a:gd name="T4" fmla="*/ 115 w 134"/>
              <a:gd name="T5" fmla="*/ 4 h 118"/>
              <a:gd name="T6" fmla="*/ 113 w 134"/>
              <a:gd name="T7" fmla="*/ 8 h 118"/>
              <a:gd name="T8" fmla="*/ 111 w 134"/>
              <a:gd name="T9" fmla="*/ 8 h 118"/>
              <a:gd name="T10" fmla="*/ 111 w 134"/>
              <a:gd name="T11" fmla="*/ 8 h 118"/>
              <a:gd name="T12" fmla="*/ 80 w 134"/>
              <a:gd name="T13" fmla="*/ 39 h 118"/>
              <a:gd name="T14" fmla="*/ 78 w 134"/>
              <a:gd name="T15" fmla="*/ 47 h 118"/>
              <a:gd name="T16" fmla="*/ 82 w 134"/>
              <a:gd name="T17" fmla="*/ 50 h 118"/>
              <a:gd name="T18" fmla="*/ 82 w 134"/>
              <a:gd name="T19" fmla="*/ 50 h 118"/>
              <a:gd name="T20" fmla="*/ 82 w 134"/>
              <a:gd name="T21" fmla="*/ 50 h 118"/>
              <a:gd name="T22" fmla="*/ 75 w 134"/>
              <a:gd name="T23" fmla="*/ 57 h 118"/>
              <a:gd name="T24" fmla="*/ 53 w 134"/>
              <a:gd name="T25" fmla="*/ 35 h 118"/>
              <a:gd name="T26" fmla="*/ 46 w 134"/>
              <a:gd name="T27" fmla="*/ 9 h 118"/>
              <a:gd name="T28" fmla="*/ 21 w 134"/>
              <a:gd name="T29" fmla="*/ 2 h 118"/>
              <a:gd name="T30" fmla="*/ 36 w 134"/>
              <a:gd name="T31" fmla="*/ 17 h 118"/>
              <a:gd name="T32" fmla="*/ 32 w 134"/>
              <a:gd name="T33" fmla="*/ 32 h 118"/>
              <a:gd name="T34" fmla="*/ 17 w 134"/>
              <a:gd name="T35" fmla="*/ 36 h 118"/>
              <a:gd name="T36" fmla="*/ 2 w 134"/>
              <a:gd name="T37" fmla="*/ 21 h 118"/>
              <a:gd name="T38" fmla="*/ 9 w 134"/>
              <a:gd name="T39" fmla="*/ 46 h 118"/>
              <a:gd name="T40" fmla="*/ 36 w 134"/>
              <a:gd name="T41" fmla="*/ 53 h 118"/>
              <a:gd name="T42" fmla="*/ 36 w 134"/>
              <a:gd name="T43" fmla="*/ 53 h 118"/>
              <a:gd name="T44" fmla="*/ 58 w 134"/>
              <a:gd name="T45" fmla="*/ 74 h 118"/>
              <a:gd name="T46" fmla="*/ 37 w 134"/>
              <a:gd name="T47" fmla="*/ 95 h 118"/>
              <a:gd name="T48" fmla="*/ 36 w 134"/>
              <a:gd name="T49" fmla="*/ 94 h 118"/>
              <a:gd name="T50" fmla="*/ 30 w 134"/>
              <a:gd name="T51" fmla="*/ 99 h 118"/>
              <a:gd name="T52" fmla="*/ 20 w 134"/>
              <a:gd name="T53" fmla="*/ 114 h 118"/>
              <a:gd name="T54" fmla="*/ 23 w 134"/>
              <a:gd name="T55" fmla="*/ 116 h 118"/>
              <a:gd name="T56" fmla="*/ 38 w 134"/>
              <a:gd name="T57" fmla="*/ 107 h 118"/>
              <a:gd name="T58" fmla="*/ 43 w 134"/>
              <a:gd name="T59" fmla="*/ 101 h 118"/>
              <a:gd name="T60" fmla="*/ 42 w 134"/>
              <a:gd name="T61" fmla="*/ 100 h 118"/>
              <a:gd name="T62" fmla="*/ 62 w 134"/>
              <a:gd name="T63" fmla="*/ 79 h 118"/>
              <a:gd name="T64" fmla="*/ 98 w 134"/>
              <a:gd name="T65" fmla="*/ 114 h 118"/>
              <a:gd name="T66" fmla="*/ 106 w 134"/>
              <a:gd name="T67" fmla="*/ 118 h 118"/>
              <a:gd name="T68" fmla="*/ 115 w 134"/>
              <a:gd name="T69" fmla="*/ 114 h 118"/>
              <a:gd name="T70" fmla="*/ 115 w 134"/>
              <a:gd name="T71" fmla="*/ 97 h 118"/>
              <a:gd name="T72" fmla="*/ 80 w 134"/>
              <a:gd name="T73" fmla="*/ 62 h 118"/>
              <a:gd name="T74" fmla="*/ 87 w 134"/>
              <a:gd name="T75" fmla="*/ 55 h 118"/>
              <a:gd name="T76" fmla="*/ 90 w 134"/>
              <a:gd name="T77" fmla="*/ 58 h 118"/>
              <a:gd name="T78" fmla="*/ 97 w 134"/>
              <a:gd name="T79" fmla="*/ 56 h 118"/>
              <a:gd name="T80" fmla="*/ 127 w 134"/>
              <a:gd name="T81" fmla="*/ 26 h 118"/>
              <a:gd name="T82" fmla="*/ 128 w 134"/>
              <a:gd name="T83" fmla="*/ 25 h 118"/>
              <a:gd name="T84" fmla="*/ 128 w 134"/>
              <a:gd name="T85" fmla="*/ 25 h 118"/>
              <a:gd name="T86" fmla="*/ 129 w 134"/>
              <a:gd name="T87" fmla="*/ 23 h 118"/>
              <a:gd name="T88" fmla="*/ 132 w 134"/>
              <a:gd name="T89" fmla="*/ 22 h 118"/>
              <a:gd name="T90" fmla="*/ 132 w 134"/>
              <a:gd name="T91" fmla="*/ 16 h 118"/>
              <a:gd name="T92" fmla="*/ 108 w 134"/>
              <a:gd name="T93" fmla="*/ 103 h 118"/>
              <a:gd name="T94" fmla="*/ 112 w 134"/>
              <a:gd name="T95" fmla="*/ 108 h 118"/>
              <a:gd name="T96" fmla="*/ 108 w 134"/>
              <a:gd name="T97" fmla="*/ 112 h 118"/>
              <a:gd name="T98" fmla="*/ 103 w 134"/>
              <a:gd name="T99" fmla="*/ 108 h 118"/>
              <a:gd name="T100" fmla="*/ 108 w 134"/>
              <a:gd name="T101" fmla="*/ 103 h 118"/>
              <a:gd name="T102" fmla="*/ 90 w 134"/>
              <a:gd name="T103" fmla="*/ 41 h 118"/>
              <a:gd name="T104" fmla="*/ 88 w 134"/>
              <a:gd name="T105" fmla="*/ 39 h 118"/>
              <a:gd name="T106" fmla="*/ 111 w 134"/>
              <a:gd name="T107" fmla="*/ 16 h 118"/>
              <a:gd name="T108" fmla="*/ 113 w 134"/>
              <a:gd name="T109" fmla="*/ 18 h 118"/>
              <a:gd name="T110" fmla="*/ 90 w 134"/>
              <a:gd name="T111" fmla="*/ 41 h 118"/>
              <a:gd name="T112" fmla="*/ 98 w 134"/>
              <a:gd name="T113" fmla="*/ 48 h 118"/>
              <a:gd name="T114" fmla="*/ 96 w 134"/>
              <a:gd name="T115" fmla="*/ 46 h 118"/>
              <a:gd name="T116" fmla="*/ 118 w 134"/>
              <a:gd name="T117" fmla="*/ 23 h 118"/>
              <a:gd name="T118" fmla="*/ 120 w 134"/>
              <a:gd name="T119" fmla="*/ 25 h 118"/>
              <a:gd name="T120" fmla="*/ 98 w 134"/>
              <a:gd name="T121" fmla="*/ 4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4" h="118">
                <a:moveTo>
                  <a:pt x="132" y="16"/>
                </a:moveTo>
                <a:cubicBezTo>
                  <a:pt x="120" y="4"/>
                  <a:pt x="120" y="4"/>
                  <a:pt x="120" y="4"/>
                </a:cubicBezTo>
                <a:cubicBezTo>
                  <a:pt x="119" y="2"/>
                  <a:pt x="116" y="2"/>
                  <a:pt x="115" y="4"/>
                </a:cubicBezTo>
                <a:cubicBezTo>
                  <a:pt x="114" y="5"/>
                  <a:pt x="113" y="6"/>
                  <a:pt x="113" y="8"/>
                </a:cubicBezTo>
                <a:cubicBezTo>
                  <a:pt x="113" y="8"/>
                  <a:pt x="112" y="8"/>
                  <a:pt x="111" y="8"/>
                </a:cubicBezTo>
                <a:cubicBezTo>
                  <a:pt x="111" y="8"/>
                  <a:pt x="111" y="8"/>
                  <a:pt x="111" y="8"/>
                </a:cubicBezTo>
                <a:cubicBezTo>
                  <a:pt x="80" y="39"/>
                  <a:pt x="80" y="39"/>
                  <a:pt x="80" y="39"/>
                </a:cubicBezTo>
                <a:cubicBezTo>
                  <a:pt x="81" y="42"/>
                  <a:pt x="80" y="44"/>
                  <a:pt x="78" y="47"/>
                </a:cubicBez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2" y="50"/>
                  <a:pt x="82" y="50"/>
                </a:cubicBezTo>
                <a:cubicBezTo>
                  <a:pt x="75" y="57"/>
                  <a:pt x="75" y="57"/>
                  <a:pt x="75" y="57"/>
                </a:cubicBezTo>
                <a:cubicBezTo>
                  <a:pt x="53" y="35"/>
                  <a:pt x="53" y="35"/>
                  <a:pt x="53" y="35"/>
                </a:cubicBezTo>
                <a:cubicBezTo>
                  <a:pt x="56" y="26"/>
                  <a:pt x="53" y="16"/>
                  <a:pt x="46" y="9"/>
                </a:cubicBezTo>
                <a:cubicBezTo>
                  <a:pt x="39" y="2"/>
                  <a:pt x="30" y="0"/>
                  <a:pt x="21" y="2"/>
                </a:cubicBezTo>
                <a:cubicBezTo>
                  <a:pt x="36" y="17"/>
                  <a:pt x="36" y="17"/>
                  <a:pt x="36" y="17"/>
                </a:cubicBezTo>
                <a:cubicBezTo>
                  <a:pt x="32" y="32"/>
                  <a:pt x="32" y="32"/>
                  <a:pt x="32" y="32"/>
                </a:cubicBezTo>
                <a:cubicBezTo>
                  <a:pt x="17" y="36"/>
                  <a:pt x="17" y="36"/>
                  <a:pt x="17" y="36"/>
                </a:cubicBezTo>
                <a:cubicBezTo>
                  <a:pt x="2" y="21"/>
                  <a:pt x="2" y="21"/>
                  <a:pt x="2" y="21"/>
                </a:cubicBezTo>
                <a:cubicBezTo>
                  <a:pt x="0" y="30"/>
                  <a:pt x="2" y="39"/>
                  <a:pt x="9" y="46"/>
                </a:cubicBezTo>
                <a:cubicBezTo>
                  <a:pt x="16" y="54"/>
                  <a:pt x="27" y="56"/>
                  <a:pt x="36" y="53"/>
                </a:cubicBezTo>
                <a:cubicBezTo>
                  <a:pt x="36" y="53"/>
                  <a:pt x="36" y="53"/>
                  <a:pt x="36" y="53"/>
                </a:cubicBezTo>
                <a:cubicBezTo>
                  <a:pt x="58" y="74"/>
                  <a:pt x="58" y="74"/>
                  <a:pt x="58" y="74"/>
                </a:cubicBezTo>
                <a:cubicBezTo>
                  <a:pt x="37" y="95"/>
                  <a:pt x="37" y="95"/>
                  <a:pt x="37" y="95"/>
                </a:cubicBezTo>
                <a:cubicBezTo>
                  <a:pt x="36" y="94"/>
                  <a:pt x="36" y="94"/>
                  <a:pt x="36" y="94"/>
                </a:cubicBezTo>
                <a:cubicBezTo>
                  <a:pt x="30" y="99"/>
                  <a:pt x="30" y="99"/>
                  <a:pt x="30" y="99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3" y="116"/>
                  <a:pt x="23" y="116"/>
                  <a:pt x="23" y="116"/>
                </a:cubicBezTo>
                <a:cubicBezTo>
                  <a:pt x="38" y="107"/>
                  <a:pt x="38" y="107"/>
                  <a:pt x="38" y="107"/>
                </a:cubicBezTo>
                <a:cubicBezTo>
                  <a:pt x="43" y="101"/>
                  <a:pt x="43" y="101"/>
                  <a:pt x="43" y="101"/>
                </a:cubicBezTo>
                <a:cubicBezTo>
                  <a:pt x="42" y="100"/>
                  <a:pt x="42" y="100"/>
                  <a:pt x="42" y="100"/>
                </a:cubicBezTo>
                <a:cubicBezTo>
                  <a:pt x="62" y="79"/>
                  <a:pt x="62" y="79"/>
                  <a:pt x="62" y="79"/>
                </a:cubicBezTo>
                <a:cubicBezTo>
                  <a:pt x="98" y="114"/>
                  <a:pt x="98" y="114"/>
                  <a:pt x="98" y="114"/>
                </a:cubicBezTo>
                <a:cubicBezTo>
                  <a:pt x="100" y="117"/>
                  <a:pt x="103" y="118"/>
                  <a:pt x="106" y="118"/>
                </a:cubicBezTo>
                <a:cubicBezTo>
                  <a:pt x="110" y="118"/>
                  <a:pt x="113" y="117"/>
                  <a:pt x="115" y="114"/>
                </a:cubicBezTo>
                <a:cubicBezTo>
                  <a:pt x="120" y="110"/>
                  <a:pt x="120" y="102"/>
                  <a:pt x="115" y="97"/>
                </a:cubicBezTo>
                <a:cubicBezTo>
                  <a:pt x="80" y="62"/>
                  <a:pt x="80" y="62"/>
                  <a:pt x="80" y="62"/>
                </a:cubicBezTo>
                <a:cubicBezTo>
                  <a:pt x="87" y="55"/>
                  <a:pt x="87" y="55"/>
                  <a:pt x="87" y="55"/>
                </a:cubicBezTo>
                <a:cubicBezTo>
                  <a:pt x="90" y="58"/>
                  <a:pt x="90" y="58"/>
                  <a:pt x="90" y="58"/>
                </a:cubicBezTo>
                <a:cubicBezTo>
                  <a:pt x="92" y="56"/>
                  <a:pt x="95" y="56"/>
                  <a:pt x="97" y="56"/>
                </a:cubicBezTo>
                <a:cubicBezTo>
                  <a:pt x="127" y="26"/>
                  <a:pt x="127" y="26"/>
                  <a:pt x="127" y="26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5"/>
                  <a:pt x="129" y="24"/>
                  <a:pt x="129" y="23"/>
                </a:cubicBezTo>
                <a:cubicBezTo>
                  <a:pt x="130" y="23"/>
                  <a:pt x="131" y="23"/>
                  <a:pt x="132" y="22"/>
                </a:cubicBezTo>
                <a:cubicBezTo>
                  <a:pt x="134" y="20"/>
                  <a:pt x="134" y="17"/>
                  <a:pt x="132" y="16"/>
                </a:cubicBezTo>
                <a:close/>
                <a:moveTo>
                  <a:pt x="108" y="103"/>
                </a:moveTo>
                <a:cubicBezTo>
                  <a:pt x="110" y="103"/>
                  <a:pt x="112" y="105"/>
                  <a:pt x="112" y="108"/>
                </a:cubicBezTo>
                <a:cubicBezTo>
                  <a:pt x="112" y="110"/>
                  <a:pt x="110" y="112"/>
                  <a:pt x="108" y="112"/>
                </a:cubicBezTo>
                <a:cubicBezTo>
                  <a:pt x="105" y="112"/>
                  <a:pt x="103" y="110"/>
                  <a:pt x="103" y="108"/>
                </a:cubicBezTo>
                <a:cubicBezTo>
                  <a:pt x="103" y="105"/>
                  <a:pt x="105" y="103"/>
                  <a:pt x="108" y="103"/>
                </a:cubicBezTo>
                <a:close/>
                <a:moveTo>
                  <a:pt x="90" y="41"/>
                </a:moveTo>
                <a:cubicBezTo>
                  <a:pt x="88" y="39"/>
                  <a:pt x="88" y="39"/>
                  <a:pt x="88" y="39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3" y="18"/>
                  <a:pt x="113" y="18"/>
                  <a:pt x="113" y="18"/>
                </a:cubicBezTo>
                <a:lnTo>
                  <a:pt x="90" y="41"/>
                </a:lnTo>
                <a:close/>
                <a:moveTo>
                  <a:pt x="98" y="48"/>
                </a:moveTo>
                <a:cubicBezTo>
                  <a:pt x="96" y="46"/>
                  <a:pt x="96" y="46"/>
                  <a:pt x="96" y="46"/>
                </a:cubicBezTo>
                <a:cubicBezTo>
                  <a:pt x="118" y="23"/>
                  <a:pt x="118" y="23"/>
                  <a:pt x="118" y="23"/>
                </a:cubicBezTo>
                <a:cubicBezTo>
                  <a:pt x="120" y="25"/>
                  <a:pt x="120" y="25"/>
                  <a:pt x="120" y="25"/>
                </a:cubicBezTo>
                <a:lnTo>
                  <a:pt x="98" y="48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grpSp>
        <p:nvGrpSpPr>
          <p:cNvPr id="46" name="Group 62"/>
          <p:cNvGrpSpPr/>
          <p:nvPr/>
        </p:nvGrpSpPr>
        <p:grpSpPr>
          <a:xfrm>
            <a:off x="3830036" y="5626780"/>
            <a:ext cx="315441" cy="225472"/>
            <a:chOff x="1585913" y="1584325"/>
            <a:chExt cx="461963" cy="330201"/>
          </a:xfrm>
          <a:solidFill>
            <a:srgbClr val="44546A"/>
          </a:solidFill>
        </p:grpSpPr>
        <p:sp>
          <p:nvSpPr>
            <p:cNvPr id="47" name="Freeform 13"/>
            <p:cNvSpPr/>
            <p:nvPr/>
          </p:nvSpPr>
          <p:spPr bwMode="auto">
            <a:xfrm>
              <a:off x="1585913" y="1646238"/>
              <a:ext cx="461963" cy="268288"/>
            </a:xfrm>
            <a:custGeom>
              <a:avLst/>
              <a:gdLst>
                <a:gd name="T0" fmla="*/ 0 w 291"/>
                <a:gd name="T1" fmla="*/ 0 h 169"/>
                <a:gd name="T2" fmla="*/ 0 w 291"/>
                <a:gd name="T3" fmla="*/ 169 h 169"/>
                <a:gd name="T4" fmla="*/ 291 w 291"/>
                <a:gd name="T5" fmla="*/ 169 h 169"/>
                <a:gd name="T6" fmla="*/ 291 w 291"/>
                <a:gd name="T7" fmla="*/ 0 h 169"/>
                <a:gd name="T8" fmla="*/ 146 w 291"/>
                <a:gd name="T9" fmla="*/ 105 h 169"/>
                <a:gd name="T10" fmla="*/ 0 w 291"/>
                <a:gd name="T1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1" h="169">
                  <a:moveTo>
                    <a:pt x="0" y="0"/>
                  </a:moveTo>
                  <a:lnTo>
                    <a:pt x="0" y="169"/>
                  </a:lnTo>
                  <a:lnTo>
                    <a:pt x="291" y="169"/>
                  </a:lnTo>
                  <a:lnTo>
                    <a:pt x="291" y="0"/>
                  </a:lnTo>
                  <a:lnTo>
                    <a:pt x="146" y="10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48" name="Freeform 14"/>
            <p:cNvSpPr/>
            <p:nvPr/>
          </p:nvSpPr>
          <p:spPr bwMode="auto">
            <a:xfrm>
              <a:off x="1585913" y="1584325"/>
              <a:ext cx="461963" cy="192088"/>
            </a:xfrm>
            <a:custGeom>
              <a:avLst/>
              <a:gdLst>
                <a:gd name="T0" fmla="*/ 291 w 291"/>
                <a:gd name="T1" fmla="*/ 17 h 121"/>
                <a:gd name="T2" fmla="*/ 291 w 291"/>
                <a:gd name="T3" fmla="*/ 0 h 121"/>
                <a:gd name="T4" fmla="*/ 0 w 291"/>
                <a:gd name="T5" fmla="*/ 0 h 121"/>
                <a:gd name="T6" fmla="*/ 0 w 291"/>
                <a:gd name="T7" fmla="*/ 17 h 121"/>
                <a:gd name="T8" fmla="*/ 146 w 291"/>
                <a:gd name="T9" fmla="*/ 121 h 121"/>
                <a:gd name="T10" fmla="*/ 291 w 291"/>
                <a:gd name="T11" fmla="*/ 1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1" h="121">
                  <a:moveTo>
                    <a:pt x="291" y="17"/>
                  </a:moveTo>
                  <a:lnTo>
                    <a:pt x="291" y="0"/>
                  </a:lnTo>
                  <a:lnTo>
                    <a:pt x="0" y="0"/>
                  </a:lnTo>
                  <a:lnTo>
                    <a:pt x="0" y="17"/>
                  </a:lnTo>
                  <a:lnTo>
                    <a:pt x="146" y="121"/>
                  </a:lnTo>
                  <a:lnTo>
                    <a:pt x="29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sp>
        <p:nvSpPr>
          <p:cNvPr id="49" name="Freeform 23"/>
          <p:cNvSpPr/>
          <p:nvPr/>
        </p:nvSpPr>
        <p:spPr bwMode="auto">
          <a:xfrm>
            <a:off x="1902680" y="4438070"/>
            <a:ext cx="291718" cy="302976"/>
          </a:xfrm>
          <a:custGeom>
            <a:avLst/>
            <a:gdLst>
              <a:gd name="T0" fmla="*/ 100 w 137"/>
              <a:gd name="T1" fmla="*/ 57 h 142"/>
              <a:gd name="T2" fmla="*/ 137 w 137"/>
              <a:gd name="T3" fmla="*/ 57 h 142"/>
              <a:gd name="T4" fmla="*/ 76 w 137"/>
              <a:gd name="T5" fmla="*/ 4 h 142"/>
              <a:gd name="T6" fmla="*/ 70 w 137"/>
              <a:gd name="T7" fmla="*/ 0 h 142"/>
              <a:gd name="T8" fmla="*/ 63 w 137"/>
              <a:gd name="T9" fmla="*/ 4 h 142"/>
              <a:gd name="T10" fmla="*/ 0 w 137"/>
              <a:gd name="T11" fmla="*/ 57 h 142"/>
              <a:gd name="T12" fmla="*/ 40 w 137"/>
              <a:gd name="T13" fmla="*/ 57 h 142"/>
              <a:gd name="T14" fmla="*/ 63 w 137"/>
              <a:gd name="T15" fmla="*/ 4 h 142"/>
              <a:gd name="T16" fmla="*/ 62 w 137"/>
              <a:gd name="T17" fmla="*/ 5 h 142"/>
              <a:gd name="T18" fmla="*/ 44 w 137"/>
              <a:gd name="T19" fmla="*/ 57 h 142"/>
              <a:gd name="T20" fmla="*/ 65 w 137"/>
              <a:gd name="T21" fmla="*/ 57 h 142"/>
              <a:gd name="T22" fmla="*/ 65 w 137"/>
              <a:gd name="T23" fmla="*/ 122 h 142"/>
              <a:gd name="T24" fmla="*/ 65 w 137"/>
              <a:gd name="T25" fmla="*/ 125 h 142"/>
              <a:gd name="T26" fmla="*/ 65 w 137"/>
              <a:gd name="T27" fmla="*/ 130 h 142"/>
              <a:gd name="T28" fmla="*/ 76 w 137"/>
              <a:gd name="T29" fmla="*/ 142 h 142"/>
              <a:gd name="T30" fmla="*/ 88 w 137"/>
              <a:gd name="T31" fmla="*/ 130 h 142"/>
              <a:gd name="T32" fmla="*/ 88 w 137"/>
              <a:gd name="T33" fmla="*/ 125 h 142"/>
              <a:gd name="T34" fmla="*/ 80 w 137"/>
              <a:gd name="T35" fmla="*/ 125 h 142"/>
              <a:gd name="T36" fmla="*/ 80 w 137"/>
              <a:gd name="T37" fmla="*/ 127 h 142"/>
              <a:gd name="T38" fmla="*/ 80 w 137"/>
              <a:gd name="T39" fmla="*/ 129 h 142"/>
              <a:gd name="T40" fmla="*/ 76 w 137"/>
              <a:gd name="T41" fmla="*/ 133 h 142"/>
              <a:gd name="T42" fmla="*/ 73 w 137"/>
              <a:gd name="T43" fmla="*/ 129 h 142"/>
              <a:gd name="T44" fmla="*/ 73 w 137"/>
              <a:gd name="T45" fmla="*/ 127 h 142"/>
              <a:gd name="T46" fmla="*/ 73 w 137"/>
              <a:gd name="T47" fmla="*/ 125 h 142"/>
              <a:gd name="T48" fmla="*/ 73 w 137"/>
              <a:gd name="T49" fmla="*/ 111 h 142"/>
              <a:gd name="T50" fmla="*/ 73 w 137"/>
              <a:gd name="T51" fmla="*/ 57 h 142"/>
              <a:gd name="T52" fmla="*/ 95 w 137"/>
              <a:gd name="T53" fmla="*/ 57 h 142"/>
              <a:gd name="T54" fmla="*/ 77 w 137"/>
              <a:gd name="T55" fmla="*/ 5 h 142"/>
              <a:gd name="T56" fmla="*/ 76 w 137"/>
              <a:gd name="T57" fmla="*/ 4 h 142"/>
              <a:gd name="T58" fmla="*/ 100 w 137"/>
              <a:gd name="T59" fmla="*/ 57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7" h="142">
                <a:moveTo>
                  <a:pt x="100" y="57"/>
                </a:moveTo>
                <a:cubicBezTo>
                  <a:pt x="137" y="57"/>
                  <a:pt x="137" y="57"/>
                  <a:pt x="137" y="57"/>
                </a:cubicBezTo>
                <a:cubicBezTo>
                  <a:pt x="130" y="28"/>
                  <a:pt x="106" y="7"/>
                  <a:pt x="76" y="4"/>
                </a:cubicBezTo>
                <a:cubicBezTo>
                  <a:pt x="75" y="1"/>
                  <a:pt x="73" y="0"/>
                  <a:pt x="70" y="0"/>
                </a:cubicBezTo>
                <a:cubicBezTo>
                  <a:pt x="67" y="0"/>
                  <a:pt x="64" y="1"/>
                  <a:pt x="63" y="4"/>
                </a:cubicBezTo>
                <a:cubicBezTo>
                  <a:pt x="33" y="6"/>
                  <a:pt x="8" y="28"/>
                  <a:pt x="0" y="57"/>
                </a:cubicBezTo>
                <a:cubicBezTo>
                  <a:pt x="40" y="57"/>
                  <a:pt x="40" y="57"/>
                  <a:pt x="40" y="57"/>
                </a:cubicBezTo>
                <a:cubicBezTo>
                  <a:pt x="40" y="24"/>
                  <a:pt x="58" y="7"/>
                  <a:pt x="63" y="4"/>
                </a:cubicBezTo>
                <a:cubicBezTo>
                  <a:pt x="63" y="4"/>
                  <a:pt x="62" y="5"/>
                  <a:pt x="62" y="5"/>
                </a:cubicBezTo>
                <a:cubicBezTo>
                  <a:pt x="41" y="31"/>
                  <a:pt x="44" y="57"/>
                  <a:pt x="44" y="57"/>
                </a:cubicBezTo>
                <a:cubicBezTo>
                  <a:pt x="65" y="57"/>
                  <a:pt x="65" y="57"/>
                  <a:pt x="65" y="57"/>
                </a:cubicBezTo>
                <a:cubicBezTo>
                  <a:pt x="65" y="122"/>
                  <a:pt x="65" y="122"/>
                  <a:pt x="65" y="122"/>
                </a:cubicBezTo>
                <a:cubicBezTo>
                  <a:pt x="65" y="125"/>
                  <a:pt x="65" y="125"/>
                  <a:pt x="65" y="125"/>
                </a:cubicBezTo>
                <a:cubicBezTo>
                  <a:pt x="65" y="130"/>
                  <a:pt x="65" y="130"/>
                  <a:pt x="65" y="130"/>
                </a:cubicBezTo>
                <a:cubicBezTo>
                  <a:pt x="65" y="136"/>
                  <a:pt x="70" y="142"/>
                  <a:pt x="76" y="142"/>
                </a:cubicBezTo>
                <a:cubicBezTo>
                  <a:pt x="83" y="142"/>
                  <a:pt x="88" y="136"/>
                  <a:pt x="88" y="130"/>
                </a:cubicBezTo>
                <a:cubicBezTo>
                  <a:pt x="88" y="125"/>
                  <a:pt x="88" y="125"/>
                  <a:pt x="88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80" y="127"/>
                  <a:pt x="80" y="127"/>
                  <a:pt x="80" y="127"/>
                </a:cubicBezTo>
                <a:cubicBezTo>
                  <a:pt x="80" y="129"/>
                  <a:pt x="80" y="129"/>
                  <a:pt x="80" y="129"/>
                </a:cubicBezTo>
                <a:cubicBezTo>
                  <a:pt x="80" y="131"/>
                  <a:pt x="78" y="133"/>
                  <a:pt x="76" y="133"/>
                </a:cubicBezTo>
                <a:cubicBezTo>
                  <a:pt x="74" y="133"/>
                  <a:pt x="73" y="131"/>
                  <a:pt x="73" y="129"/>
                </a:cubicBezTo>
                <a:cubicBezTo>
                  <a:pt x="73" y="127"/>
                  <a:pt x="73" y="127"/>
                  <a:pt x="73" y="127"/>
                </a:cubicBezTo>
                <a:cubicBezTo>
                  <a:pt x="73" y="125"/>
                  <a:pt x="73" y="125"/>
                  <a:pt x="73" y="125"/>
                </a:cubicBezTo>
                <a:cubicBezTo>
                  <a:pt x="73" y="111"/>
                  <a:pt x="73" y="111"/>
                  <a:pt x="73" y="111"/>
                </a:cubicBezTo>
                <a:cubicBezTo>
                  <a:pt x="73" y="57"/>
                  <a:pt x="73" y="57"/>
                  <a:pt x="73" y="57"/>
                </a:cubicBezTo>
                <a:cubicBezTo>
                  <a:pt x="95" y="57"/>
                  <a:pt x="95" y="57"/>
                  <a:pt x="95" y="57"/>
                </a:cubicBezTo>
                <a:cubicBezTo>
                  <a:pt x="95" y="57"/>
                  <a:pt x="98" y="31"/>
                  <a:pt x="77" y="5"/>
                </a:cubicBezTo>
                <a:cubicBezTo>
                  <a:pt x="77" y="5"/>
                  <a:pt x="77" y="4"/>
                  <a:pt x="76" y="4"/>
                </a:cubicBezTo>
                <a:cubicBezTo>
                  <a:pt x="81" y="7"/>
                  <a:pt x="100" y="24"/>
                  <a:pt x="100" y="57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  <p:grpSp>
        <p:nvGrpSpPr>
          <p:cNvPr id="50" name="Group 66"/>
          <p:cNvGrpSpPr/>
          <p:nvPr/>
        </p:nvGrpSpPr>
        <p:grpSpPr>
          <a:xfrm>
            <a:off x="6070769" y="3977401"/>
            <a:ext cx="360434" cy="224513"/>
            <a:chOff x="5172076" y="1938338"/>
            <a:chExt cx="471488" cy="293688"/>
          </a:xfrm>
          <a:solidFill>
            <a:srgbClr val="44546A"/>
          </a:solidFill>
        </p:grpSpPr>
        <p:sp>
          <p:nvSpPr>
            <p:cNvPr id="51" name="Freeform 8"/>
            <p:cNvSpPr>
              <a:spLocks noEditPoints="1"/>
            </p:cNvSpPr>
            <p:nvPr/>
          </p:nvSpPr>
          <p:spPr bwMode="auto">
            <a:xfrm>
              <a:off x="5172076" y="1938338"/>
              <a:ext cx="471488" cy="293688"/>
            </a:xfrm>
            <a:custGeom>
              <a:avLst/>
              <a:gdLst>
                <a:gd name="T0" fmla="*/ 113 w 125"/>
                <a:gd name="T1" fmla="*/ 18 h 78"/>
                <a:gd name="T2" fmla="*/ 113 w 125"/>
                <a:gd name="T3" fmla="*/ 0 h 78"/>
                <a:gd name="T4" fmla="*/ 0 w 125"/>
                <a:gd name="T5" fmla="*/ 0 h 78"/>
                <a:gd name="T6" fmla="*/ 0 w 125"/>
                <a:gd name="T7" fmla="*/ 78 h 78"/>
                <a:gd name="T8" fmla="*/ 113 w 125"/>
                <a:gd name="T9" fmla="*/ 78 h 78"/>
                <a:gd name="T10" fmla="*/ 113 w 125"/>
                <a:gd name="T11" fmla="*/ 60 h 78"/>
                <a:gd name="T12" fmla="*/ 125 w 125"/>
                <a:gd name="T13" fmla="*/ 54 h 78"/>
                <a:gd name="T14" fmla="*/ 125 w 125"/>
                <a:gd name="T15" fmla="*/ 26 h 78"/>
                <a:gd name="T16" fmla="*/ 113 w 125"/>
                <a:gd name="T17" fmla="*/ 18 h 78"/>
                <a:gd name="T18" fmla="*/ 104 w 125"/>
                <a:gd name="T19" fmla="*/ 69 h 78"/>
                <a:gd name="T20" fmla="*/ 10 w 125"/>
                <a:gd name="T21" fmla="*/ 69 h 78"/>
                <a:gd name="T22" fmla="*/ 10 w 125"/>
                <a:gd name="T23" fmla="*/ 10 h 78"/>
                <a:gd name="T24" fmla="*/ 104 w 125"/>
                <a:gd name="T25" fmla="*/ 10 h 78"/>
                <a:gd name="T26" fmla="*/ 104 w 125"/>
                <a:gd name="T27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78">
                  <a:moveTo>
                    <a:pt x="113" y="18"/>
                  </a:moveTo>
                  <a:cubicBezTo>
                    <a:pt x="113" y="0"/>
                    <a:pt x="113" y="0"/>
                    <a:pt x="1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13" y="78"/>
                    <a:pt x="113" y="78"/>
                    <a:pt x="113" y="78"/>
                  </a:cubicBezTo>
                  <a:cubicBezTo>
                    <a:pt x="113" y="60"/>
                    <a:pt x="113" y="60"/>
                    <a:pt x="113" y="60"/>
                  </a:cubicBezTo>
                  <a:cubicBezTo>
                    <a:pt x="117" y="60"/>
                    <a:pt x="125" y="61"/>
                    <a:pt x="125" y="54"/>
                  </a:cubicBezTo>
                  <a:cubicBezTo>
                    <a:pt x="125" y="26"/>
                    <a:pt x="125" y="26"/>
                    <a:pt x="125" y="26"/>
                  </a:cubicBezTo>
                  <a:cubicBezTo>
                    <a:pt x="125" y="17"/>
                    <a:pt x="116" y="18"/>
                    <a:pt x="113" y="18"/>
                  </a:cubicBezTo>
                  <a:close/>
                  <a:moveTo>
                    <a:pt x="104" y="69"/>
                  </a:moveTo>
                  <a:cubicBezTo>
                    <a:pt x="10" y="69"/>
                    <a:pt x="10" y="69"/>
                    <a:pt x="10" y="6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4" y="10"/>
                    <a:pt x="104" y="10"/>
                    <a:pt x="104" y="10"/>
                  </a:cubicBezTo>
                  <a:lnTo>
                    <a:pt x="104" y="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52" name="Rectangle 9"/>
            <p:cNvSpPr>
              <a:spLocks noChangeArrowheads="1"/>
            </p:cNvSpPr>
            <p:nvPr/>
          </p:nvSpPr>
          <p:spPr bwMode="auto">
            <a:xfrm>
              <a:off x="5235576" y="2001838"/>
              <a:ext cx="90488" cy="1666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53" name="Rectangle 10"/>
            <p:cNvSpPr>
              <a:spLocks noChangeArrowheads="1"/>
            </p:cNvSpPr>
            <p:nvPr/>
          </p:nvSpPr>
          <p:spPr bwMode="auto">
            <a:xfrm>
              <a:off x="5341938" y="2001838"/>
              <a:ext cx="85725" cy="1666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05" y="3067685"/>
            <a:ext cx="3012440" cy="884555"/>
          </a:xfrm>
          <a:prstGeom prst="rect">
            <a:avLst/>
          </a:prstGeom>
        </p:spPr>
      </p:pic>
      <p:sp>
        <p:nvSpPr>
          <p:cNvPr id="56" name="Text Box 10"/>
          <p:cNvSpPr txBox="1">
            <a:spLocks noChangeArrowheads="1"/>
          </p:cNvSpPr>
          <p:nvPr/>
        </p:nvSpPr>
        <p:spPr bwMode="auto">
          <a:xfrm>
            <a:off x="8430895" y="2268220"/>
            <a:ext cx="3296285" cy="799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p>
            <a:pPr algn="l" defTabSz="1450975"/>
            <a:r>
              <a:rPr lang="en-SG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Product: 4 </a:t>
            </a:r>
            <a:r>
              <a:rPr lang="en-SG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CSV files for AI classification and subsequent cleanups.</a:t>
            </a:r>
            <a:endParaRPr lang="en-SG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25" y="3902710"/>
            <a:ext cx="1903095" cy="299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2" grpId="0"/>
      <p:bldP spid="42" grpId="1"/>
      <p:bldP spid="43" grpId="0"/>
      <p:bldP spid="43" grpId="1"/>
      <p:bldP spid="56" grpId="0"/>
      <p:bldP spid="5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6" name="矩形 5"/>
          <p:cNvSpPr/>
          <p:nvPr/>
        </p:nvSpPr>
        <p:spPr>
          <a:xfrm>
            <a:off x="3344735" y="597406"/>
            <a:ext cx="601726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SG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Project Overview</a:t>
            </a:r>
            <a:endParaRPr lang="en-SG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6336" y="-182787"/>
            <a:ext cx="1514263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2:</a:t>
            </a:r>
            <a:endParaRPr lang="en-US" altLang="zh-CN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" y="4193540"/>
            <a:ext cx="5349875" cy="25355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25" y="1678305"/>
            <a:ext cx="3952240" cy="22663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6650" y="1449070"/>
            <a:ext cx="3862070" cy="2744470"/>
          </a:xfrm>
          <a:prstGeom prst="rect">
            <a:avLst/>
          </a:prstGeom>
        </p:spPr>
      </p:pic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7486650" y="4193540"/>
            <a:ext cx="3900170" cy="9531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square" lIns="60960" tIns="30480" rIns="60960" bIns="30480">
            <a:spAutoFit/>
          </a:bodyPr>
          <a:p>
            <a:pPr algn="l" defTabSz="1450975"/>
            <a:r>
              <a:rPr lang="en-SG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export_results - no returns</a:t>
            </a:r>
            <a:endParaRPr lang="en-SG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+mn-ea"/>
            </a:endParaRPr>
          </a:p>
          <a:p>
            <a:pPr algn="l" defTabSz="1450975"/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Export cleaned data and AI screening subsets into consistently named CSV</a:t>
            </a:r>
            <a:r>
              <a:rPr lang="en-SG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</a:t>
            </a:r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files. The function generates separate files for raw data, Type A to D data,</a:t>
            </a:r>
            <a:r>
              <a:rPr lang="en-SG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</a:t>
            </a:r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de-identified data for AI screening, and non-Type A to D data.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.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6141720" y="5394325"/>
            <a:ext cx="3396615" cy="1276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square" lIns="60960" tIns="30480" rIns="60960" bIns="30480">
            <a:spAutoFit/>
          </a:bodyPr>
          <a:p>
            <a:pPr algn="l" defTabSz="1450975"/>
            <a:r>
              <a:rPr lang="en-SG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split_for_ai - returns a list</a:t>
            </a:r>
            <a:endParaRPr lang="en-SG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+mn-ea"/>
            </a:endParaRPr>
          </a:p>
          <a:p>
            <a:pPr algn="l" defTabSz="1450975"/>
            <a:r>
              <a:rPr lang="en-SG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S</a:t>
            </a:r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plit the cleaned intervention data into two groups: </a:t>
            </a:r>
            <a:endParaRPr lang="en-US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algn="l" defTabSz="1450975"/>
            <a:r>
              <a:rPr lang="en-SG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1) </a:t>
            </a:r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Type A</a:t>
            </a:r>
            <a:r>
              <a:rPr lang="en-SG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to </a:t>
            </a:r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D entries eligible</a:t>
            </a:r>
            <a:r>
              <a:rPr lang="en-SG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</a:t>
            </a:r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for AI screening</a:t>
            </a:r>
            <a:endParaRPr lang="en-US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algn="l" defTabSz="1450975"/>
            <a:r>
              <a:rPr lang="en-SG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2) </a:t>
            </a:r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all other entries</a:t>
            </a:r>
            <a:r>
              <a:rPr lang="en-SG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for manual processing</a:t>
            </a:r>
            <a:endParaRPr lang="en-US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algn="l" defTabSz="1450975"/>
            <a:endParaRPr lang="en-US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  <a:p>
            <a:pPr algn="l" defTabSz="1450975"/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Type A</a:t>
            </a:r>
            <a:r>
              <a:rPr lang="en-SG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to </a:t>
            </a:r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D entries are also de-identified by replacing identifiers with their serial numbers</a:t>
            </a:r>
            <a:endParaRPr lang="en-US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4698365" y="1678305"/>
            <a:ext cx="2183130" cy="2266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square" lIns="60960" tIns="30480" rIns="60960" bIns="30480">
            <a:noAutofit/>
          </a:bodyPr>
          <a:p>
            <a:pPr algn="l" defTabSz="1450975"/>
            <a:r>
              <a:rPr lang="en-SG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load_and_clean - returns a dataframe (df2)</a:t>
            </a:r>
            <a:endParaRPr lang="en-SG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+mn-ea"/>
            </a:endParaRPr>
          </a:p>
          <a:p>
            <a:pPr algn="l" defTabSz="1450975"/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Load a CSV file containing intervention data, remove patient classes that</a:t>
            </a:r>
            <a:r>
              <a:rPr lang="en-SG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 </a:t>
            </a:r>
            <a:r>
              <a:rPr lang="en-US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  <a:t>are not needed, add new columns required for AI screening, and apply a consistent formatting structure</a:t>
            </a:r>
            <a:endParaRPr lang="en-US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440468" y="1658424"/>
            <a:ext cx="177800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altLang="en-US" sz="23900" b="1" spc="-300" dirty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3</a:t>
            </a:r>
            <a:endParaRPr lang="en-SG" altLang="en-US" sz="23900" b="1" spc="-300" dirty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97017" y="1957767"/>
            <a:ext cx="400240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SG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LIVE DEMO</a:t>
            </a:r>
            <a:endParaRPr lang="en-SG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5041440" y="3196639"/>
              <a:ext cx="5904720" cy="13104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5041440" y="3196639"/>
                <a:ext cx="5904720" cy="131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5073120" y="4751119"/>
              <a:ext cx="6123960" cy="1519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5073120" y="4751119"/>
                <a:ext cx="6123960" cy="151920"/>
              </a:xfrm>
              <a:prstGeom prst="rect"/>
            </p:spPr>
          </p:pic>
        </mc:Fallback>
      </mc:AlternateContent>
      <p:grpSp>
        <p:nvGrpSpPr>
          <p:cNvPr id="11" name="组合 10"/>
          <p:cNvGrpSpPr/>
          <p:nvPr/>
        </p:nvGrpSpPr>
        <p:grpSpPr>
          <a:xfrm>
            <a:off x="5759601" y="3560812"/>
            <a:ext cx="5181247" cy="954847"/>
            <a:chOff x="5973738" y="4953001"/>
            <a:chExt cx="5181247" cy="954847"/>
          </a:xfrm>
        </p:grpSpPr>
        <p:sp>
          <p:nvSpPr>
            <p:cNvPr id="12" name="矩形 11"/>
            <p:cNvSpPr/>
            <p:nvPr/>
          </p:nvSpPr>
          <p:spPr>
            <a:xfrm>
              <a:off x="5973738" y="4953001"/>
              <a:ext cx="1518285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 algn="l">
                <a:buFont typeface="Wingdings" panose="05000000000000000000" charset="0"/>
                <a:buChar char="ü"/>
              </a:pPr>
              <a:r>
                <a:rPr lang="en-SG" altLang="zh-CN" sz="2400" b="1" dirty="0" smtClean="0"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</a:rPr>
                <a:t>R script</a:t>
              </a:r>
              <a:endParaRPr lang="en-SG" altLang="zh-CN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567360" y="4953001"/>
              <a:ext cx="1715836" cy="438572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>
                <a:buFont typeface="IBM Plex Sans" panose="020B0503050203000203" charset="0"/>
                <a:buChar char="ü"/>
              </a:pPr>
              <a:endParaRPr lang="zh-CN" altLang="en-US" sz="2400" b="1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973738" y="5471603"/>
              <a:ext cx="1961515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en-SG" sz="2400" b="1" dirty="0" smtClean="0"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  <a:sym typeface="+mn-ea"/>
                </a:rPr>
                <a:t>split_for_ai</a:t>
              </a:r>
              <a:endParaRPr lang="en-SG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8567360" y="5471603"/>
              <a:ext cx="242189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en-SG" sz="2400" b="1" dirty="0" smtClean="0"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  <a:sym typeface="+mn-ea"/>
                </a:rPr>
                <a:t>export_results</a:t>
              </a:r>
              <a:endParaRPr lang="en-SG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8567360" y="4978208"/>
              <a:ext cx="2587625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en-SG" sz="2400" b="1" dirty="0" smtClean="0">
                  <a:solidFill>
                    <a:srgbClr val="44546A"/>
                  </a:solidFill>
                  <a:latin typeface="IBM Plex Sans SemiBold" panose="020B0703050203000203" charset="0"/>
                  <a:ea typeface="IBM Plex Sans SemiBold" panose="020B0703050203000203" charset="0"/>
                  <a:cs typeface="IBM Plex Sans" panose="020B0503050203000203" charset="0"/>
                  <a:sym typeface="+mn-ea"/>
                </a:rPr>
                <a:t>load_and_clean</a:t>
              </a:r>
              <a:endParaRPr lang="en-SG" sz="2400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  <a:sym typeface="+mn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91168" y="1658424"/>
            <a:ext cx="177800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altLang="en-US" sz="23900" b="1" spc="-300" dirty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4</a:t>
            </a:r>
            <a:endParaRPr lang="en-SG" altLang="en-US" sz="23900" b="1" spc="-300" dirty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49137" y="1490407"/>
            <a:ext cx="251777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SG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Impact</a:t>
            </a:r>
            <a:endParaRPr lang="en-SG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3143250" y="2529840"/>
              <a:ext cx="8433435" cy="21018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3143250" y="2529840"/>
                <a:ext cx="8433435" cy="210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3143250" y="5519420"/>
              <a:ext cx="8571865" cy="15176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3143250" y="5519420"/>
                <a:ext cx="8571865" cy="151765"/>
              </a:xfrm>
              <a:prstGeom prst="rect"/>
            </p:spPr>
          </p:pic>
        </mc:Fallback>
      </mc:AlternateContent>
      <p:grpSp>
        <p:nvGrpSpPr>
          <p:cNvPr id="19" name="组合 1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11"/>
          <p:cNvSpPr/>
          <p:nvPr/>
        </p:nvSpPr>
        <p:spPr>
          <a:xfrm>
            <a:off x="3218180" y="2985770"/>
            <a:ext cx="8359140" cy="1675765"/>
          </a:xfrm>
          <a:prstGeom prst="rect">
            <a:avLst/>
          </a:prstGeom>
        </p:spPr>
        <p:txBody>
          <a:bodyPr wrap="square" lIns="68571" tIns="34285" rIns="68571" bIns="34285">
            <a:noAutofit/>
          </a:bodyPr>
          <a:p>
            <a:pPr marL="342900" indent="-342900" algn="l">
              <a:buFont typeface="Wingdings" panose="05000000000000000000" charset="0"/>
              <a:buChar char="ü"/>
            </a:pPr>
            <a:r>
              <a:rPr lang="en-SG" altLang="zh-CN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Immediate Time Savings: ~ 45 mins/mth</a:t>
            </a:r>
            <a:endParaRPr lang="en-SG" altLang="zh-CN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342900" indent="-342900" algn="l">
              <a:buFont typeface="Wingdings" panose="05000000000000000000" charset="0"/>
              <a:buChar char="ü"/>
            </a:pPr>
            <a:endParaRPr lang="en-SG" altLang="zh-CN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342900" indent="-342900" algn="l">
              <a:buFont typeface="Wingdings" panose="05000000000000000000" charset="0"/>
              <a:buChar char="ü"/>
            </a:pPr>
            <a:endParaRPr lang="en-SG" altLang="zh-CN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342900" indent="-342900" algn="l">
              <a:buFont typeface="Wingdings" panose="05000000000000000000" charset="0"/>
              <a:buChar char="ü"/>
            </a:pPr>
            <a:endParaRPr lang="en-SG" altLang="zh-CN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indent="0" algn="l">
              <a:buFont typeface="Wingdings" panose="05000000000000000000" charset="0"/>
              <a:buNone/>
            </a:pPr>
            <a:endParaRPr lang="en-SG" altLang="zh-CN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342900" indent="-342900" algn="l">
              <a:buFont typeface="Wingdings" panose="05000000000000000000" charset="0"/>
              <a:buChar char="ü"/>
            </a:pPr>
            <a:r>
              <a:rPr lang="en-SG" altLang="zh-CN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Potentially higher savings when we automate more manual steps down the pipeline</a:t>
            </a:r>
            <a:endParaRPr lang="en-SG" altLang="zh-CN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indent="0" algn="l">
              <a:buFont typeface="Wingdings" panose="05000000000000000000" charset="0"/>
              <a:buNone/>
            </a:pPr>
            <a:endParaRPr lang="en-SG" altLang="zh-CN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  <a:p>
            <a:pPr marL="342900" indent="-342900" algn="l">
              <a:buFont typeface="Wingdings" panose="05000000000000000000" charset="0"/>
              <a:buChar char="ü"/>
            </a:pPr>
            <a:r>
              <a:rPr lang="en-SG" altLang="zh-CN" b="1" dirty="0" smtClean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Leverage on ggplot2 to visualize data to gather better clinical insights.</a:t>
            </a:r>
            <a:endParaRPr lang="en-SG" altLang="zh-CN" b="1" dirty="0" smtClean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0545" y="3548380"/>
            <a:ext cx="3051175" cy="550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altLang="en-US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5</a:t>
            </a:r>
            <a:endParaRPr lang="en-SG" altLang="en-US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07157" y="551051"/>
            <a:ext cx="742696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r"/>
            <a:r>
              <a:rPr lang="en-SG" altLang="zh-CN" sz="5400" b="1" spc="300" dirty="0"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WHAT I LEARNT IN R</a:t>
            </a:r>
            <a:endParaRPr lang="en-SG" altLang="zh-CN" sz="5400" b="1" spc="300" dirty="0"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2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IBM Plex Sans" panose="020B0503050203000203" charset="0"/>
            </a:endParaRPr>
          </a:p>
        </p:txBody>
      </p:sp>
      <p:grpSp>
        <p:nvGrpSpPr>
          <p:cNvPr id="3" name="组合 7"/>
          <p:cNvGrpSpPr/>
          <p:nvPr/>
        </p:nvGrpSpPr>
        <p:grpSpPr>
          <a:xfrm>
            <a:off x="4282799" y="2351523"/>
            <a:ext cx="3657705" cy="3607036"/>
            <a:chOff x="4597400" y="2452689"/>
            <a:chExt cx="2979738" cy="2938462"/>
          </a:xfrm>
          <a:solidFill>
            <a:srgbClr val="44546A"/>
          </a:solidFill>
        </p:grpSpPr>
        <p:sp>
          <p:nvSpPr>
            <p:cNvPr id="7" name="MH_Other_1"/>
            <p:cNvSpPr/>
            <p:nvPr>
              <p:custDataLst>
                <p:tags r:id="rId3"/>
              </p:custDataLst>
            </p:nvPr>
          </p:nvSpPr>
          <p:spPr>
            <a:xfrm>
              <a:off x="5360988" y="2452689"/>
              <a:ext cx="704850" cy="1381125"/>
            </a:xfrm>
            <a:custGeom>
              <a:avLst/>
              <a:gdLst>
                <a:gd name="connsiteX0" fmla="*/ 377058 w 704876"/>
                <a:gd name="connsiteY0" fmla="*/ 10 h 1380163"/>
                <a:gd name="connsiteX1" fmla="*/ 118015 w 704876"/>
                <a:gd name="connsiteY1" fmla="*/ 1290158 h 1380163"/>
                <a:gd name="connsiteX2" fmla="*/ 0 w 704876"/>
                <a:gd name="connsiteY2" fmla="*/ 1380163 h 1380163"/>
                <a:gd name="connsiteX3" fmla="*/ 10 w 704876"/>
                <a:gd name="connsiteY3" fmla="*/ 1380155 h 1380163"/>
                <a:gd name="connsiteX4" fmla="*/ 281429 w 704876"/>
                <a:gd name="connsiteY4" fmla="*/ 511473 h 1380163"/>
                <a:gd name="connsiteX5" fmla="*/ 136035 w 704876"/>
                <a:gd name="connsiteY5" fmla="*/ 188315 h 1380163"/>
                <a:gd name="connsiteX6" fmla="*/ 100211 w 704876"/>
                <a:gd name="connsiteY6" fmla="*/ 143329 h 1380163"/>
                <a:gd name="connsiteX7" fmla="*/ 140885 w 704876"/>
                <a:gd name="connsiteY7" fmla="*/ 99381 h 1380163"/>
                <a:gd name="connsiteX8" fmla="*/ 230142 w 704876"/>
                <a:gd name="connsiteY8" fmla="*/ 35655 h 1380163"/>
                <a:gd name="connsiteX9" fmla="*/ 377058 w 704876"/>
                <a:gd name="connsiteY9" fmla="*/ 10 h 138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4876" h="1380163">
                  <a:moveTo>
                    <a:pt x="377058" y="10"/>
                  </a:moveTo>
                  <a:cubicBezTo>
                    <a:pt x="718273" y="2705"/>
                    <a:pt x="996300" y="584751"/>
                    <a:pt x="118015" y="1290158"/>
                  </a:cubicBezTo>
                  <a:lnTo>
                    <a:pt x="0" y="1380163"/>
                  </a:lnTo>
                  <a:lnTo>
                    <a:pt x="10" y="1380155"/>
                  </a:lnTo>
                  <a:cubicBezTo>
                    <a:pt x="237757" y="1171127"/>
                    <a:pt x="356553" y="841869"/>
                    <a:pt x="281429" y="511473"/>
                  </a:cubicBezTo>
                  <a:cubicBezTo>
                    <a:pt x="254111" y="391329"/>
                    <a:pt x="203738" y="282408"/>
                    <a:pt x="136035" y="188315"/>
                  </a:cubicBezTo>
                  <a:lnTo>
                    <a:pt x="100211" y="143329"/>
                  </a:lnTo>
                  <a:lnTo>
                    <a:pt x="140885" y="99381"/>
                  </a:lnTo>
                  <a:cubicBezTo>
                    <a:pt x="169304" y="72519"/>
                    <a:pt x="199335" y="51393"/>
                    <a:pt x="230142" y="35655"/>
                  </a:cubicBezTo>
                  <a:cubicBezTo>
                    <a:pt x="278279" y="11063"/>
                    <a:pt x="328313" y="-375"/>
                    <a:pt x="377058" y="1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>
              <a:normAutofit/>
            </a:bodyPr>
            <a:lstStyle/>
            <a:p>
              <a:pPr algn="ct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1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2" name="MH_Other_2"/>
            <p:cNvSpPr/>
            <p:nvPr>
              <p:custDataLst>
                <p:tags r:id="rId4"/>
              </p:custDataLst>
            </p:nvPr>
          </p:nvSpPr>
          <p:spPr>
            <a:xfrm>
              <a:off x="5800725" y="2716214"/>
              <a:ext cx="1422400" cy="738187"/>
            </a:xfrm>
            <a:custGeom>
              <a:avLst/>
              <a:gdLst>
                <a:gd name="connsiteX0" fmla="*/ 1121236 w 1423020"/>
                <a:gd name="connsiteY0" fmla="*/ 0 h 737079"/>
                <a:gd name="connsiteX1" fmla="*/ 1179633 w 1423020"/>
                <a:gd name="connsiteY1" fmla="*/ 13251 h 737079"/>
                <a:gd name="connsiteX2" fmla="*/ 1279450 w 1423020"/>
                <a:gd name="connsiteY2" fmla="*/ 58686 h 737079"/>
                <a:gd name="connsiteX3" fmla="*/ 136955 w 1423020"/>
                <a:gd name="connsiteY3" fmla="*/ 588833 h 737079"/>
                <a:gd name="connsiteX4" fmla="*/ 0 w 1423020"/>
                <a:gd name="connsiteY4" fmla="*/ 531632 h 737079"/>
                <a:gd name="connsiteX5" fmla="*/ 12 w 1423020"/>
                <a:gd name="connsiteY5" fmla="*/ 531637 h 737079"/>
                <a:gd name="connsiteX6" fmla="*/ 893023 w 1423020"/>
                <a:gd name="connsiteY6" fmla="*/ 341011 h 737079"/>
                <a:gd name="connsiteX7" fmla="*/ 1100189 w 1423020"/>
                <a:gd name="connsiteY7" fmla="*/ 53517 h 737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3020" h="737079">
                  <a:moveTo>
                    <a:pt x="1121236" y="0"/>
                  </a:moveTo>
                  <a:lnTo>
                    <a:pt x="1179633" y="13251"/>
                  </a:lnTo>
                  <a:cubicBezTo>
                    <a:pt x="1217106" y="24431"/>
                    <a:pt x="1250416" y="39876"/>
                    <a:pt x="1279450" y="58686"/>
                  </a:cubicBezTo>
                  <a:cubicBezTo>
                    <a:pt x="1642371" y="293824"/>
                    <a:pt x="1337004" y="1055020"/>
                    <a:pt x="136955" y="588833"/>
                  </a:cubicBezTo>
                  <a:lnTo>
                    <a:pt x="0" y="531632"/>
                  </a:lnTo>
                  <a:lnTo>
                    <a:pt x="12" y="531637"/>
                  </a:lnTo>
                  <a:cubicBezTo>
                    <a:pt x="299910" y="633018"/>
                    <a:pt x="644453" y="571269"/>
                    <a:pt x="893023" y="341011"/>
                  </a:cubicBezTo>
                  <a:cubicBezTo>
                    <a:pt x="983412" y="257282"/>
                    <a:pt x="1052553" y="159197"/>
                    <a:pt x="1100189" y="5351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4000" bIns="216000" anchor="ctr">
              <a:normAutofit/>
            </a:bodyPr>
            <a:lstStyle/>
            <a:p>
              <a:pPr algn="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6</a:t>
              </a:r>
              <a:endParaRPr lang="en-US" altLang="zh-CN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3" name="MH_Other_3"/>
            <p:cNvSpPr/>
            <p:nvPr>
              <p:custDataLst>
                <p:tags r:id="rId5"/>
              </p:custDataLst>
            </p:nvPr>
          </p:nvSpPr>
          <p:spPr>
            <a:xfrm>
              <a:off x="6527800" y="3336925"/>
              <a:ext cx="1049338" cy="1169988"/>
            </a:xfrm>
            <a:custGeom>
              <a:avLst/>
              <a:gdLst>
                <a:gd name="connsiteX0" fmla="*/ 0 w 1049770"/>
                <a:gd name="connsiteY0" fmla="*/ 0 h 1169656"/>
                <a:gd name="connsiteX1" fmla="*/ 2 w 1049770"/>
                <a:gd name="connsiteY1" fmla="*/ 12 h 1169656"/>
                <a:gd name="connsiteX2" fmla="*/ 611593 w 1049770"/>
                <a:gd name="connsiteY2" fmla="*/ 678069 h 1169656"/>
                <a:gd name="connsiteX3" fmla="*/ 964153 w 1049770"/>
                <a:gd name="connsiteY3" fmla="*/ 713733 h 1169656"/>
                <a:gd name="connsiteX4" fmla="*/ 1021024 w 1049770"/>
                <a:gd name="connsiteY4" fmla="*/ 705202 h 1169656"/>
                <a:gd name="connsiteX5" fmla="*/ 1038747 w 1049770"/>
                <a:gd name="connsiteY5" fmla="*/ 762401 h 1169656"/>
                <a:gd name="connsiteX6" fmla="*/ 1049307 w 1049770"/>
                <a:gd name="connsiteY6" fmla="*/ 871562 h 1169656"/>
                <a:gd name="connsiteX7" fmla="*/ 18939 w 1049770"/>
                <a:gd name="connsiteY7" fmla="*/ 147206 h 116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9770" h="1169656">
                  <a:moveTo>
                    <a:pt x="0" y="0"/>
                  </a:moveTo>
                  <a:lnTo>
                    <a:pt x="2" y="12"/>
                  </a:lnTo>
                  <a:cubicBezTo>
                    <a:pt x="62151" y="310422"/>
                    <a:pt x="287899" y="577930"/>
                    <a:pt x="611593" y="678069"/>
                  </a:cubicBezTo>
                  <a:cubicBezTo>
                    <a:pt x="729299" y="714484"/>
                    <a:pt x="848814" y="725320"/>
                    <a:pt x="964153" y="713733"/>
                  </a:cubicBezTo>
                  <a:lnTo>
                    <a:pt x="1021024" y="705202"/>
                  </a:lnTo>
                  <a:lnTo>
                    <a:pt x="1038747" y="762401"/>
                  </a:lnTo>
                  <a:cubicBezTo>
                    <a:pt x="1047801" y="800443"/>
                    <a:pt x="1051081" y="837014"/>
                    <a:pt x="1049307" y="871562"/>
                  </a:cubicBezTo>
                  <a:cubicBezTo>
                    <a:pt x="1027133" y="1303430"/>
                    <a:pt x="215234" y="1419573"/>
                    <a:pt x="18939" y="14720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80000" bIns="108000" anchor="b">
              <a:normAutofit/>
            </a:bodyPr>
            <a:lstStyle/>
            <a:p>
              <a:pPr algn="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5</a:t>
              </a:r>
              <a:endParaRPr lang="en-US" altLang="zh-CN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4" name="MH_Other_4"/>
            <p:cNvSpPr/>
            <p:nvPr>
              <p:custDataLst>
                <p:tags r:id="rId6"/>
              </p:custDataLst>
            </p:nvPr>
          </p:nvSpPr>
          <p:spPr>
            <a:xfrm>
              <a:off x="6108700" y="4011614"/>
              <a:ext cx="704850" cy="1379537"/>
            </a:xfrm>
            <a:custGeom>
              <a:avLst/>
              <a:gdLst>
                <a:gd name="connsiteX0" fmla="*/ 704877 w 704877"/>
                <a:gd name="connsiteY0" fmla="*/ 0 h 1380161"/>
                <a:gd name="connsiteX1" fmla="*/ 704867 w 704877"/>
                <a:gd name="connsiteY1" fmla="*/ 8 h 1380161"/>
                <a:gd name="connsiteX2" fmla="*/ 423448 w 704877"/>
                <a:gd name="connsiteY2" fmla="*/ 868690 h 1380161"/>
                <a:gd name="connsiteX3" fmla="*/ 568843 w 704877"/>
                <a:gd name="connsiteY3" fmla="*/ 1191848 h 1380161"/>
                <a:gd name="connsiteX4" fmla="*/ 604666 w 704877"/>
                <a:gd name="connsiteY4" fmla="*/ 1236834 h 1380161"/>
                <a:gd name="connsiteX5" fmla="*/ 563992 w 704877"/>
                <a:gd name="connsiteY5" fmla="*/ 1280782 h 1380161"/>
                <a:gd name="connsiteX6" fmla="*/ 474736 w 704877"/>
                <a:gd name="connsiteY6" fmla="*/ 1344508 h 1380161"/>
                <a:gd name="connsiteX7" fmla="*/ 586862 w 704877"/>
                <a:gd name="connsiteY7" fmla="*/ 90005 h 138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77" h="1380161">
                  <a:moveTo>
                    <a:pt x="704877" y="0"/>
                  </a:moveTo>
                  <a:lnTo>
                    <a:pt x="704867" y="8"/>
                  </a:lnTo>
                  <a:cubicBezTo>
                    <a:pt x="467120" y="209036"/>
                    <a:pt x="348324" y="538293"/>
                    <a:pt x="423448" y="868690"/>
                  </a:cubicBezTo>
                  <a:cubicBezTo>
                    <a:pt x="450766" y="988834"/>
                    <a:pt x="501139" y="1097755"/>
                    <a:pt x="568843" y="1191848"/>
                  </a:cubicBezTo>
                  <a:lnTo>
                    <a:pt x="604666" y="1236834"/>
                  </a:lnTo>
                  <a:lnTo>
                    <a:pt x="563992" y="1280782"/>
                  </a:lnTo>
                  <a:cubicBezTo>
                    <a:pt x="535574" y="1307644"/>
                    <a:pt x="505543" y="1328769"/>
                    <a:pt x="474736" y="1344508"/>
                  </a:cubicBezTo>
                  <a:cubicBezTo>
                    <a:pt x="89640" y="1541238"/>
                    <a:pt x="-416892" y="896184"/>
                    <a:pt x="586862" y="9000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72000" anchor="b">
              <a:normAutofit/>
            </a:bodyPr>
            <a:lstStyle/>
            <a:p>
              <a:pPr algn="ct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4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5" name="MH_Other_5"/>
            <p:cNvSpPr/>
            <p:nvPr>
              <p:custDataLst>
                <p:tags r:id="rId7"/>
              </p:custDataLst>
            </p:nvPr>
          </p:nvSpPr>
          <p:spPr>
            <a:xfrm>
              <a:off x="4949825" y="4391025"/>
              <a:ext cx="1423988" cy="736600"/>
            </a:xfrm>
            <a:custGeom>
              <a:avLst/>
              <a:gdLst>
                <a:gd name="connsiteX0" fmla="*/ 550244 w 1423008"/>
                <a:gd name="connsiteY0" fmla="*/ 1344 h 737080"/>
                <a:gd name="connsiteX1" fmla="*/ 1286066 w 1423008"/>
                <a:gd name="connsiteY1" fmla="*/ 148247 h 737080"/>
                <a:gd name="connsiteX2" fmla="*/ 1423008 w 1423008"/>
                <a:gd name="connsiteY2" fmla="*/ 205444 h 737080"/>
                <a:gd name="connsiteX3" fmla="*/ 1191911 w 1423008"/>
                <a:gd name="connsiteY3" fmla="*/ 160079 h 737080"/>
                <a:gd name="connsiteX4" fmla="*/ 529997 w 1423008"/>
                <a:gd name="connsiteY4" fmla="*/ 396069 h 737080"/>
                <a:gd name="connsiteX5" fmla="*/ 322831 w 1423008"/>
                <a:gd name="connsiteY5" fmla="*/ 683563 h 737080"/>
                <a:gd name="connsiteX6" fmla="*/ 301784 w 1423008"/>
                <a:gd name="connsiteY6" fmla="*/ 737080 h 737080"/>
                <a:gd name="connsiteX7" fmla="*/ 243387 w 1423008"/>
                <a:gd name="connsiteY7" fmla="*/ 723829 h 737080"/>
                <a:gd name="connsiteX8" fmla="*/ 143570 w 1423008"/>
                <a:gd name="connsiteY8" fmla="*/ 678394 h 737080"/>
                <a:gd name="connsiteX9" fmla="*/ 550244 w 1423008"/>
                <a:gd name="connsiteY9" fmla="*/ 1344 h 73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3008" h="737080">
                  <a:moveTo>
                    <a:pt x="550244" y="1344"/>
                  </a:moveTo>
                  <a:cubicBezTo>
                    <a:pt x="741958" y="-8135"/>
                    <a:pt x="986053" y="31700"/>
                    <a:pt x="1286066" y="148247"/>
                  </a:cubicBezTo>
                  <a:lnTo>
                    <a:pt x="1423008" y="205444"/>
                  </a:lnTo>
                  <a:lnTo>
                    <a:pt x="1191911" y="160079"/>
                  </a:lnTo>
                  <a:cubicBezTo>
                    <a:pt x="956837" y="145469"/>
                    <a:pt x="716425" y="223376"/>
                    <a:pt x="529997" y="396069"/>
                  </a:cubicBezTo>
                  <a:cubicBezTo>
                    <a:pt x="439608" y="479799"/>
                    <a:pt x="370467" y="577884"/>
                    <a:pt x="322831" y="683563"/>
                  </a:cubicBezTo>
                  <a:lnTo>
                    <a:pt x="301784" y="737080"/>
                  </a:lnTo>
                  <a:lnTo>
                    <a:pt x="243387" y="723829"/>
                  </a:lnTo>
                  <a:cubicBezTo>
                    <a:pt x="205914" y="712649"/>
                    <a:pt x="172604" y="697205"/>
                    <a:pt x="143570" y="678394"/>
                  </a:cubicBezTo>
                  <a:cubicBezTo>
                    <a:pt x="-128621" y="502041"/>
                    <a:pt x="-24899" y="29779"/>
                    <a:pt x="550244" y="134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08000" anchor="ctr">
              <a:norm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3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6" name="MH_Other_6"/>
            <p:cNvSpPr/>
            <p:nvPr>
              <p:custDataLst>
                <p:tags r:id="rId8"/>
              </p:custDataLst>
            </p:nvPr>
          </p:nvSpPr>
          <p:spPr>
            <a:xfrm>
              <a:off x="4597400" y="3336925"/>
              <a:ext cx="1049338" cy="1169988"/>
            </a:xfrm>
            <a:custGeom>
              <a:avLst/>
              <a:gdLst>
                <a:gd name="connsiteX0" fmla="*/ 284465 w 1049771"/>
                <a:gd name="connsiteY0" fmla="*/ 2012 h 1169657"/>
                <a:gd name="connsiteX1" fmla="*/ 1030831 w 1049771"/>
                <a:gd name="connsiteY1" fmla="*/ 1022450 h 1169657"/>
                <a:gd name="connsiteX2" fmla="*/ 1049771 w 1049771"/>
                <a:gd name="connsiteY2" fmla="*/ 1169657 h 1169657"/>
                <a:gd name="connsiteX3" fmla="*/ 1049769 w 1049771"/>
                <a:gd name="connsiteY3" fmla="*/ 1169644 h 1169657"/>
                <a:gd name="connsiteX4" fmla="*/ 438178 w 1049771"/>
                <a:gd name="connsiteY4" fmla="*/ 491587 h 1169657"/>
                <a:gd name="connsiteX5" fmla="*/ 85617 w 1049771"/>
                <a:gd name="connsiteY5" fmla="*/ 455923 h 1169657"/>
                <a:gd name="connsiteX6" fmla="*/ 28746 w 1049771"/>
                <a:gd name="connsiteY6" fmla="*/ 464454 h 1169657"/>
                <a:gd name="connsiteX7" fmla="*/ 11023 w 1049771"/>
                <a:gd name="connsiteY7" fmla="*/ 407255 h 1169657"/>
                <a:gd name="connsiteX8" fmla="*/ 463 w 1049771"/>
                <a:gd name="connsiteY8" fmla="*/ 298094 h 1169657"/>
                <a:gd name="connsiteX9" fmla="*/ 284465 w 1049771"/>
                <a:gd name="connsiteY9" fmla="*/ 2012 h 116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9771" h="1169657">
                  <a:moveTo>
                    <a:pt x="284465" y="2012"/>
                  </a:moveTo>
                  <a:cubicBezTo>
                    <a:pt x="544993" y="-25622"/>
                    <a:pt x="908147" y="227221"/>
                    <a:pt x="1030831" y="1022450"/>
                  </a:cubicBezTo>
                  <a:lnTo>
                    <a:pt x="1049771" y="1169657"/>
                  </a:lnTo>
                  <a:lnTo>
                    <a:pt x="1049769" y="1169644"/>
                  </a:lnTo>
                  <a:cubicBezTo>
                    <a:pt x="987619" y="859235"/>
                    <a:pt x="761871" y="591726"/>
                    <a:pt x="438178" y="491587"/>
                  </a:cubicBezTo>
                  <a:cubicBezTo>
                    <a:pt x="320471" y="455173"/>
                    <a:pt x="200956" y="444337"/>
                    <a:pt x="85617" y="455923"/>
                  </a:cubicBezTo>
                  <a:lnTo>
                    <a:pt x="28746" y="464454"/>
                  </a:lnTo>
                  <a:lnTo>
                    <a:pt x="11023" y="407255"/>
                  </a:lnTo>
                  <a:cubicBezTo>
                    <a:pt x="1969" y="369213"/>
                    <a:pt x="-1310" y="332643"/>
                    <a:pt x="463" y="298094"/>
                  </a:cubicBezTo>
                  <a:cubicBezTo>
                    <a:pt x="8779" y="136143"/>
                    <a:pt x="128149" y="18592"/>
                    <a:pt x="284465" y="201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72000">
              <a:norm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2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</p:grp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1940933" y="2278744"/>
            <a:ext cx="2123119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/>
            <a:r>
              <a:rPr lang="en-SG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Dplyr -</a:t>
            </a:r>
            <a:r>
              <a:rPr lang="en-SG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 Wrangling</a:t>
            </a:r>
            <a:endParaRPr lang="en-SG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1088679" y="3581150"/>
            <a:ext cx="2123119" cy="799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/>
            <a:r>
              <a:rPr lang="en-SG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Writing modular functions across multiple. R scripts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1940932" y="5106039"/>
            <a:ext cx="2123119" cy="799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r" defTabSz="1450975"/>
            <a:r>
              <a:rPr lang="en-SG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Handling csv imports and exports</a:t>
            </a:r>
            <a:endParaRPr lang="en-SG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7940675" y="2279015"/>
            <a:ext cx="2743835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defTabSz="1450975"/>
            <a:r>
              <a:rPr lang="en-SG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Basic visualization of  data using ggplot2</a:t>
            </a:r>
            <a:endParaRPr lang="en-SG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8381365" y="3581400"/>
            <a:ext cx="2573655" cy="10458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defTabSz="1450975"/>
            <a:r>
              <a:rPr lang="en-SG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Debugging and Parsing errors with unit tests .e.g testthat when building packages</a:t>
            </a:r>
            <a:endParaRPr lang="en-SG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7940504" y="5106039"/>
            <a:ext cx="2123119" cy="799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defTabSz="1450975"/>
            <a:r>
              <a:rPr lang="en-SG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+mn-ea"/>
              </a:rPr>
              <a:t>Using vectors, lists, arrays and data frames efectively</a:t>
            </a:r>
            <a:endParaRPr lang="en-SG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+mn-ea"/>
            </a:endParaRPr>
          </a:p>
        </p:txBody>
      </p:sp>
      <p:sp>
        <p:nvSpPr>
          <p:cNvPr id="23" name="Freeform 28"/>
          <p:cNvSpPr>
            <a:spLocks noEditPoints="1"/>
          </p:cNvSpPr>
          <p:nvPr/>
        </p:nvSpPr>
        <p:spPr bwMode="auto">
          <a:xfrm>
            <a:off x="5645219" y="3768473"/>
            <a:ext cx="862993" cy="729538"/>
          </a:xfrm>
          <a:custGeom>
            <a:avLst/>
            <a:gdLst>
              <a:gd name="T0" fmla="*/ 2147483647 w 923"/>
              <a:gd name="T1" fmla="*/ 0 h 771"/>
              <a:gd name="T2" fmla="*/ 2147483647 w 923"/>
              <a:gd name="T3" fmla="*/ 2147483647 h 771"/>
              <a:gd name="T4" fmla="*/ 2147483647 w 923"/>
              <a:gd name="T5" fmla="*/ 2147483647 h 771"/>
              <a:gd name="T6" fmla="*/ 2147483647 w 923"/>
              <a:gd name="T7" fmla="*/ 2147483647 h 771"/>
              <a:gd name="T8" fmla="*/ 2147483647 w 923"/>
              <a:gd name="T9" fmla="*/ 2147483647 h 771"/>
              <a:gd name="T10" fmla="*/ 2147483647 w 923"/>
              <a:gd name="T11" fmla="*/ 2147483647 h 771"/>
              <a:gd name="T12" fmla="*/ 2147483647 w 923"/>
              <a:gd name="T13" fmla="*/ 2147483647 h 771"/>
              <a:gd name="T14" fmla="*/ 2147483647 w 923"/>
              <a:gd name="T15" fmla="*/ 2147483647 h 771"/>
              <a:gd name="T16" fmla="*/ 2147483647 w 923"/>
              <a:gd name="T17" fmla="*/ 2147483647 h 771"/>
              <a:gd name="T18" fmla="*/ 2147483647 w 923"/>
              <a:gd name="T19" fmla="*/ 2147483647 h 771"/>
              <a:gd name="T20" fmla="*/ 2147483647 w 923"/>
              <a:gd name="T21" fmla="*/ 2147483647 h 771"/>
              <a:gd name="T22" fmla="*/ 2147483647 w 923"/>
              <a:gd name="T23" fmla="*/ 2147483647 h 771"/>
              <a:gd name="T24" fmla="*/ 2147483647 w 923"/>
              <a:gd name="T25" fmla="*/ 2147483647 h 771"/>
              <a:gd name="T26" fmla="*/ 2147483647 w 923"/>
              <a:gd name="T27" fmla="*/ 2147483647 h 771"/>
              <a:gd name="T28" fmla="*/ 2147483647 w 923"/>
              <a:gd name="T29" fmla="*/ 2147483647 h 771"/>
              <a:gd name="T30" fmla="*/ 2147483647 w 923"/>
              <a:gd name="T31" fmla="*/ 2147483647 h 771"/>
              <a:gd name="T32" fmla="*/ 2147483647 w 923"/>
              <a:gd name="T33" fmla="*/ 2147483647 h 771"/>
              <a:gd name="T34" fmla="*/ 2147483647 w 923"/>
              <a:gd name="T35" fmla="*/ 2147483647 h 771"/>
              <a:gd name="T36" fmla="*/ 2147483647 w 923"/>
              <a:gd name="T37" fmla="*/ 2147483647 h 771"/>
              <a:gd name="T38" fmla="*/ 2147483647 w 923"/>
              <a:gd name="T39" fmla="*/ 2147483647 h 771"/>
              <a:gd name="T40" fmla="*/ 2147483647 w 923"/>
              <a:gd name="T41" fmla="*/ 2147483647 h 771"/>
              <a:gd name="T42" fmla="*/ 2147483647 w 923"/>
              <a:gd name="T43" fmla="*/ 2147483647 h 771"/>
              <a:gd name="T44" fmla="*/ 2147483647 w 923"/>
              <a:gd name="T45" fmla="*/ 2147483647 h 771"/>
              <a:gd name="T46" fmla="*/ 2147483647 w 923"/>
              <a:gd name="T47" fmla="*/ 2147483647 h 771"/>
              <a:gd name="T48" fmla="*/ 2147483647 w 923"/>
              <a:gd name="T49" fmla="*/ 2147483647 h 771"/>
              <a:gd name="T50" fmla="*/ 2147483647 w 923"/>
              <a:gd name="T51" fmla="*/ 2147483647 h 771"/>
              <a:gd name="T52" fmla="*/ 2147483647 w 923"/>
              <a:gd name="T53" fmla="*/ 2147483647 h 771"/>
              <a:gd name="T54" fmla="*/ 2147483647 w 923"/>
              <a:gd name="T55" fmla="*/ 2147483647 h 771"/>
              <a:gd name="T56" fmla="*/ 2147483647 w 923"/>
              <a:gd name="T57" fmla="*/ 2147483647 h 771"/>
              <a:gd name="T58" fmla="*/ 2147483647 w 923"/>
              <a:gd name="T59" fmla="*/ 2147483647 h 771"/>
              <a:gd name="T60" fmla="*/ 2147483647 w 923"/>
              <a:gd name="T61" fmla="*/ 2147483647 h 771"/>
              <a:gd name="T62" fmla="*/ 2147483647 w 923"/>
              <a:gd name="T63" fmla="*/ 2147483647 h 771"/>
              <a:gd name="T64" fmla="*/ 2147483647 w 923"/>
              <a:gd name="T65" fmla="*/ 2147483647 h 771"/>
              <a:gd name="T66" fmla="*/ 2147483647 w 923"/>
              <a:gd name="T67" fmla="*/ 2147483647 h 771"/>
              <a:gd name="T68" fmla="*/ 2147483647 w 923"/>
              <a:gd name="T69" fmla="*/ 2147483647 h 771"/>
              <a:gd name="T70" fmla="*/ 2147483647 w 923"/>
              <a:gd name="T71" fmla="*/ 2147483647 h 771"/>
              <a:gd name="T72" fmla="*/ 2147483647 w 923"/>
              <a:gd name="T73" fmla="*/ 2147483647 h 771"/>
              <a:gd name="T74" fmla="*/ 2147483647 w 923"/>
              <a:gd name="T75" fmla="*/ 2147483647 h 771"/>
              <a:gd name="T76" fmla="*/ 0 w 923"/>
              <a:gd name="T77" fmla="*/ 2147483647 h 771"/>
              <a:gd name="T78" fmla="*/ 2147483647 w 923"/>
              <a:gd name="T79" fmla="*/ 2147483647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68571" tIns="34285" rIns="68571" bIns="34285"/>
          <a:lstStyle/>
          <a:p>
            <a:endParaRPr lang="zh-CN" altLang="en-US">
              <a:solidFill>
                <a:prstClr val="black"/>
              </a:solidFill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 rot="21412603">
            <a:off x="492760" y="2871470"/>
            <a:ext cx="112890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THANK YOU</a:t>
            </a:r>
            <a:endParaRPr lang="zh-CN" altLang="en-US" sz="96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381586">
              <a:off x="2263007" y="4248119"/>
              <a:ext cx="8318034" cy="1531594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381586">
                <a:off x="2263007" y="4248119"/>
                <a:ext cx="8318034" cy="1531594"/>
              </a:xfrm>
              <a:prstGeom prst="rect"/>
            </p:spPr>
          </p:pic>
        </mc:Fallback>
      </mc:AlternateContent>
      <p:grpSp>
        <p:nvGrpSpPr>
          <p:cNvPr id="26" name="组合 25"/>
          <p:cNvGrpSpPr/>
          <p:nvPr/>
        </p:nvGrpSpPr>
        <p:grpSpPr>
          <a:xfrm rot="21282385">
            <a:off x="941339" y="999551"/>
            <a:ext cx="3643361" cy="2315957"/>
            <a:chOff x="1335039" y="920933"/>
            <a:chExt cx="3675281" cy="23362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19" name="墨迹 18"/>
                <p14:cNvContentPartPr/>
                <p14:nvPr/>
              </p14:nvContentPartPr>
              <p14:xfrm>
                <a:off x="1335039" y="920933"/>
                <a:ext cx="3675281" cy="2336247"/>
              </p14:xfrm>
            </p:contentPart>
          </mc:Choice>
          <mc:Fallback xmlns="">
            <p:pic>
              <p:nvPicPr>
                <p:cNvPr id="19" name="墨迹 18"/>
              </p:nvPicPr>
              <p:blipFill>
                <a:blip r:embed="rId4"/>
              </p:blipFill>
              <p:spPr>
                <a:xfrm>
                  <a:off x="1335039" y="920933"/>
                  <a:ext cx="3675281" cy="2336247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20" name="墨迹 19"/>
                <p14:cNvContentPartPr/>
                <p14:nvPr/>
              </p14:nvContentPartPr>
              <p14:xfrm>
                <a:off x="2257760" y="921140"/>
                <a:ext cx="656280" cy="407160"/>
              </p14:xfrm>
            </p:contentPart>
          </mc:Choice>
          <mc:Fallback xmlns="">
            <p:pic>
              <p:nvPicPr>
                <p:cNvPr id="20" name="墨迹 19"/>
              </p:nvPicPr>
              <p:blipFill>
                <a:blip r:embed="rId6"/>
              </p:blipFill>
              <p:spPr>
                <a:xfrm>
                  <a:off x="2257760" y="921140"/>
                  <a:ext cx="656280" cy="407160"/>
                </a:xfrm>
                <a:prstGeom prst="rect"/>
              </p:spPr>
            </p:pic>
          </mc:Fallback>
        </mc:AlternateContent>
      </p:grpSp>
      <p:sp>
        <p:nvSpPr>
          <p:cNvPr id="112" name="矩形 111"/>
          <p:cNvSpPr/>
          <p:nvPr/>
        </p:nvSpPr>
        <p:spPr>
          <a:xfrm rot="21220150">
            <a:off x="1245235" y="1504315"/>
            <a:ext cx="1990090" cy="415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dist">
              <a:lnSpc>
                <a:spcPct val="150000"/>
              </a:lnSpc>
            </a:pPr>
            <a:r>
              <a:rPr lang="en-SG" altLang="zh-CN" b="1" kern="0" spc="-1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uFillTx/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CS50 Team</a:t>
            </a:r>
            <a:endParaRPr lang="en-SG" altLang="zh-CN" b="1" kern="0" spc="-1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uFillTx/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113" name="KSO_Shape"/>
          <p:cNvSpPr/>
          <p:nvPr/>
        </p:nvSpPr>
        <p:spPr bwMode="auto">
          <a:xfrm rot="2633721">
            <a:off x="8470899" y="935103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5" name="墨迹 114"/>
              <p14:cNvContentPartPr/>
              <p14:nvPr/>
            </p14:nvContentPartPr>
            <p14:xfrm>
              <a:off x="7258215" y="1831673"/>
              <a:ext cx="1112400" cy="533880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8"/>
            </p:blipFill>
            <p:spPr>
              <a:xfrm>
                <a:off x="7258215" y="1831673"/>
                <a:ext cx="1112400" cy="5338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2.xml><?xml version="1.0" encoding="utf-8"?>
<p:tagLst xmlns:p="http://schemas.openxmlformats.org/presentationml/2006/main">
  <p:tag name="MH" val="20160513154307"/>
  <p:tag name="MH_LIBRARY" val="GRAPHIC"/>
  <p:tag name="MH_TYPE" val="Other"/>
  <p:tag name="MH_ORDER" val="1"/>
</p:tagLst>
</file>

<file path=ppt/tags/tag3.xml><?xml version="1.0" encoding="utf-8"?>
<p:tagLst xmlns:p="http://schemas.openxmlformats.org/presentationml/2006/main">
  <p:tag name="MH" val="20160513154307"/>
  <p:tag name="MH_LIBRARY" val="GRAPHIC"/>
  <p:tag name="MH_TYPE" val="Other"/>
  <p:tag name="MH_ORDER" val="2"/>
</p:tagLst>
</file>

<file path=ppt/tags/tag4.xml><?xml version="1.0" encoding="utf-8"?>
<p:tagLst xmlns:p="http://schemas.openxmlformats.org/presentationml/2006/main">
  <p:tag name="MH" val="20160513154307"/>
  <p:tag name="MH_LIBRARY" val="GRAPHIC"/>
  <p:tag name="MH_TYPE" val="Other"/>
  <p:tag name="MH_ORDER" val="3"/>
</p:tagLst>
</file>

<file path=ppt/tags/tag5.xml><?xml version="1.0" encoding="utf-8"?>
<p:tagLst xmlns:p="http://schemas.openxmlformats.org/presentationml/2006/main">
  <p:tag name="MH" val="20160513154307"/>
  <p:tag name="MH_LIBRARY" val="GRAPHIC"/>
  <p:tag name="MH_TYPE" val="Other"/>
  <p:tag name="MH_ORDER" val="4"/>
</p:tagLst>
</file>

<file path=ppt/tags/tag6.xml><?xml version="1.0" encoding="utf-8"?>
<p:tagLst xmlns:p="http://schemas.openxmlformats.org/presentationml/2006/main">
  <p:tag name="MH" val="20160513154307"/>
  <p:tag name="MH_LIBRARY" val="GRAPHIC"/>
  <p:tag name="MH_TYPE" val="Other"/>
  <p:tag name="MH_ORDER" val="5"/>
</p:tagLst>
</file>

<file path=ppt/tags/tag7.xml><?xml version="1.0" encoding="utf-8"?>
<p:tagLst xmlns:p="http://schemas.openxmlformats.org/presentationml/2006/main">
  <p:tag name="MH" val="20160513154307"/>
  <p:tag name="MH_LIBRARY" val="GRAPHIC"/>
  <p:tag name="MH_TYPE" val="Other"/>
  <p:tag name="MH_ORDER" val="6"/>
</p:tagLst>
</file>

<file path=ppt/tags/tag8.xml><?xml version="1.0" encoding="utf-8"?>
<p:tagLst xmlns:p="http://schemas.openxmlformats.org/presentationml/2006/main">
  <p:tag name="KSO_WPP_MARK_KEY" val="fccd38f4-e913-46cc-92a5-33572aaec662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2373</Words>
  <Application>WPS Presentation</Application>
  <PresentationFormat>宽屏</PresentationFormat>
  <Paragraphs>152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SimSun</vt:lpstr>
      <vt:lpstr>Wingdings</vt:lpstr>
      <vt:lpstr>IBM Plex Sans</vt:lpstr>
      <vt:lpstr>Yu Gothic UI</vt:lpstr>
      <vt:lpstr>IBM Plex Sans SemiBold</vt:lpstr>
      <vt:lpstr>Yu Gothic UI Semibold</vt:lpstr>
      <vt:lpstr>Calibri</vt:lpstr>
      <vt:lpstr>Wingdings</vt:lpstr>
      <vt:lpstr>Microsoft YaHei</vt:lpstr>
      <vt:lpstr>Open Sans</vt:lpstr>
      <vt:lpstr>Arial Unicode MS</vt:lpstr>
      <vt:lpstr>Inter</vt:lpstr>
      <vt:lpstr>Corbel</vt:lpstr>
      <vt:lpstr>汉仪雅酷黑 65W</vt:lpstr>
      <vt:lpstr>SimHei</vt:lpstr>
      <vt:lpstr>Segoe Print</vt:lpstr>
      <vt:lpstr>Mali</vt:lpstr>
      <vt:lpstr>Mali SemiBold</vt:lpstr>
      <vt:lpstr>DengXian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Wei Qin</cp:lastModifiedBy>
  <cp:revision>58</cp:revision>
  <dcterms:created xsi:type="dcterms:W3CDTF">2016-05-12T09:08:00Z</dcterms:created>
  <dcterms:modified xsi:type="dcterms:W3CDTF">2025-11-29T06:23:58Z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088F041877584C6EB8E39D440869F8D3_11</vt:lpwstr>
  </property>
  <property fmtid="{D5CDD505-2E9C-101B-9397-08002B2CF9AE}" pid="3" name="KSOProductBuildVer">
    <vt:lpwstr>1033-12.2.0.20326</vt:lpwstr>
  </property>
</Properties>
</file>